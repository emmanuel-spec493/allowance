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3.xml" ContentType="application/vnd.openxmlformats-officedocument.theme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5"/>
    <p:sldMasterId id="2147484011" r:id="rId6"/>
    <p:sldMasterId id="2147484014" r:id="rId7"/>
    <p:sldMasterId id="2147484027" r:id="rId8"/>
  </p:sldMasterIdLst>
  <p:notesMasterIdLst>
    <p:notesMasterId r:id="rId20"/>
  </p:notesMasterIdLst>
  <p:handoutMasterIdLst>
    <p:handoutMasterId r:id="rId21"/>
  </p:handoutMasterIdLst>
  <p:sldIdLst>
    <p:sldId id="256" r:id="rId9"/>
    <p:sldId id="341" r:id="rId10"/>
    <p:sldId id="489" r:id="rId11"/>
    <p:sldId id="328" r:id="rId12"/>
    <p:sldId id="491" r:id="rId13"/>
    <p:sldId id="355" r:id="rId14"/>
    <p:sldId id="360" r:id="rId15"/>
    <p:sldId id="492" r:id="rId16"/>
    <p:sldId id="357" r:id="rId17"/>
    <p:sldId id="359" r:id="rId18"/>
    <p:sldId id="266" r:id="rId19"/>
  </p:sldIdLst>
  <p:sldSz cx="9144000" cy="5143500" type="screen16x9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Lato Light" pitchFamily="3" charset="0"/>
        <a:ea typeface="ＭＳ Ｐゴシック" pitchFamily="3" charset="-128"/>
        <a:cs typeface="ＭＳ Ｐゴシック" pitchFamily="3" charset="-128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Lato Light" pitchFamily="3" charset="0"/>
        <a:ea typeface="ＭＳ Ｐゴシック" pitchFamily="3" charset="-128"/>
        <a:cs typeface="ＭＳ Ｐゴシック" pitchFamily="3" charset="-128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Lato Light" pitchFamily="3" charset="0"/>
        <a:ea typeface="ＭＳ Ｐゴシック" pitchFamily="3" charset="-128"/>
        <a:cs typeface="ＭＳ Ｐゴシック" pitchFamily="3" charset="-128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Lato Light" pitchFamily="3" charset="0"/>
        <a:ea typeface="ＭＳ Ｐゴシック" pitchFamily="3" charset="-128"/>
        <a:cs typeface="ＭＳ Ｐゴシック" pitchFamily="3" charset="-128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Lato Light" pitchFamily="3" charset="0"/>
        <a:ea typeface="ＭＳ Ｐゴシック" pitchFamily="3" charset="-128"/>
        <a:cs typeface="ＭＳ Ｐゴシック" pitchFamily="3" charset="-128"/>
      </a:defRPr>
    </a:lvl5pPr>
    <a:lvl6pPr marL="2286000" algn="l" defTabSz="457200" rtl="0" eaLnBrk="1" latinLnBrk="0" hangingPunct="1">
      <a:defRPr kern="1200">
        <a:solidFill>
          <a:schemeClr val="tx1"/>
        </a:solidFill>
        <a:latin typeface="Lato Light" pitchFamily="3" charset="0"/>
        <a:ea typeface="ＭＳ Ｐゴシック" pitchFamily="3" charset="-128"/>
        <a:cs typeface="ＭＳ Ｐゴシック" pitchFamily="3" charset="-128"/>
      </a:defRPr>
    </a:lvl6pPr>
    <a:lvl7pPr marL="2743200" algn="l" defTabSz="457200" rtl="0" eaLnBrk="1" latinLnBrk="0" hangingPunct="1">
      <a:defRPr kern="1200">
        <a:solidFill>
          <a:schemeClr val="tx1"/>
        </a:solidFill>
        <a:latin typeface="Lato Light" pitchFamily="3" charset="0"/>
        <a:ea typeface="ＭＳ Ｐゴシック" pitchFamily="3" charset="-128"/>
        <a:cs typeface="ＭＳ Ｐゴシック" pitchFamily="3" charset="-128"/>
      </a:defRPr>
    </a:lvl7pPr>
    <a:lvl8pPr marL="3200400" algn="l" defTabSz="457200" rtl="0" eaLnBrk="1" latinLnBrk="0" hangingPunct="1">
      <a:defRPr kern="1200">
        <a:solidFill>
          <a:schemeClr val="tx1"/>
        </a:solidFill>
        <a:latin typeface="Lato Light" pitchFamily="3" charset="0"/>
        <a:ea typeface="ＭＳ Ｐゴシック" pitchFamily="3" charset="-128"/>
        <a:cs typeface="ＭＳ Ｐゴシック" pitchFamily="3" charset="-128"/>
      </a:defRPr>
    </a:lvl8pPr>
    <a:lvl9pPr marL="3657600" algn="l" defTabSz="457200" rtl="0" eaLnBrk="1" latinLnBrk="0" hangingPunct="1">
      <a:defRPr kern="1200">
        <a:solidFill>
          <a:schemeClr val="tx1"/>
        </a:solidFill>
        <a:latin typeface="Lato Light" pitchFamily="3" charset="0"/>
        <a:ea typeface="ＭＳ Ｐゴシック" pitchFamily="3" charset="-128"/>
        <a:cs typeface="ＭＳ Ｐゴシック" pitchFamily="3" charset="-128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6A6A6"/>
    <a:srgbClr val="8DC63F"/>
    <a:srgbClr val="27AAE1"/>
    <a:srgbClr val="6D6E71"/>
    <a:srgbClr val="7CBE30"/>
    <a:srgbClr val="5A5B5E"/>
    <a:srgbClr val="4D4D4F"/>
    <a:srgbClr val="71B20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AF606853-7671-496A-8E4F-DF71F8EC918B}" styleName="Dark Style 1 - Accent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18603FDC-E32A-4AB5-989C-0864C3EAD2B8}" styleName="Themed Style 2 - Accent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06799F8-075E-4A3A-A7F6-7FBC6576F1A4}" styleName="Themed Style 2 - Accent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27F97BB-C833-4FB7-BDE5-3F7075034690}" styleName="Themed Style 2 - Accent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638B1855-1B75-4FBE-930C-398BA8C253C6}" styleName="Themed Style 2 - Accent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>
      <p:cViewPr varScale="1">
        <p:scale>
          <a:sx n="84" d="100"/>
          <a:sy n="84" d="100"/>
        </p:scale>
        <p:origin x="1020" y="72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4.xml"/><Relationship Id="rId13" Type="http://schemas.openxmlformats.org/officeDocument/2006/relationships/slide" Target="slides/slide5.xml"/><Relationship Id="rId18" Type="http://schemas.openxmlformats.org/officeDocument/2006/relationships/slide" Target="slides/slide10.xml"/><Relationship Id="rId3" Type="http://schemas.openxmlformats.org/officeDocument/2006/relationships/customXml" Target="../customXml/item3.xml"/><Relationship Id="rId21" Type="http://schemas.openxmlformats.org/officeDocument/2006/relationships/handoutMaster" Target="handoutMasters/handoutMaster1.xml"/><Relationship Id="rId7" Type="http://schemas.openxmlformats.org/officeDocument/2006/relationships/slideMaster" Target="slideMasters/slideMaster3.xml"/><Relationship Id="rId12" Type="http://schemas.openxmlformats.org/officeDocument/2006/relationships/slide" Target="slides/slide4.xml"/><Relationship Id="rId17" Type="http://schemas.openxmlformats.org/officeDocument/2006/relationships/slide" Target="slides/slide9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8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2.xml"/><Relationship Id="rId11" Type="http://schemas.openxmlformats.org/officeDocument/2006/relationships/slide" Target="slides/slide3.xml"/><Relationship Id="rId24" Type="http://schemas.openxmlformats.org/officeDocument/2006/relationships/theme" Target="theme/theme1.xml"/><Relationship Id="rId5" Type="http://schemas.openxmlformats.org/officeDocument/2006/relationships/slideMaster" Target="slideMasters/slideMaster1.xml"/><Relationship Id="rId15" Type="http://schemas.openxmlformats.org/officeDocument/2006/relationships/slide" Target="slides/slide7.xml"/><Relationship Id="rId23" Type="http://schemas.openxmlformats.org/officeDocument/2006/relationships/viewProps" Target="viewProps.xml"/><Relationship Id="rId10" Type="http://schemas.openxmlformats.org/officeDocument/2006/relationships/slide" Target="slides/slide2.xml"/><Relationship Id="rId19" Type="http://schemas.openxmlformats.org/officeDocument/2006/relationships/slide" Target="slides/slide11.xml"/><Relationship Id="rId4" Type="http://schemas.openxmlformats.org/officeDocument/2006/relationships/customXml" Target="../customXml/item4.xml"/><Relationship Id="rId9" Type="http://schemas.openxmlformats.org/officeDocument/2006/relationships/slide" Target="slides/slide1.xml"/><Relationship Id="rId14" Type="http://schemas.openxmlformats.org/officeDocument/2006/relationships/slide" Target="slides/slide6.xml"/><Relationship Id="rId22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3_4">
  <dgm:title val=""/>
  <dgm:desc val=""/>
  <dgm:catLst>
    <dgm:cat type="accent3" pri="11400"/>
  </dgm:catLst>
  <dgm:styleLbl name="node0">
    <dgm:fillClrLst meth="cycle">
      <a:schemeClr val="accent3">
        <a:shade val="6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cycle">
      <a:schemeClr val="accent3">
        <a:shade val="50000"/>
      </a:schemeClr>
      <a:schemeClr val="accent3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cycle">
      <a:schemeClr val="accent3">
        <a:shade val="50000"/>
      </a:schemeClr>
      <a:schemeClr val="accent3">
        <a:tint val="55000"/>
      </a:schemeClr>
    </dgm:fillClrLst>
    <dgm:linClrLst meth="cycle">
      <a:schemeClr val="accent3">
        <a:shade val="50000"/>
      </a:schemeClr>
      <a:schemeClr val="accent3">
        <a:tint val="55000"/>
      </a:schemeClr>
    </dgm:linClrLst>
    <dgm:effectClrLst/>
    <dgm:txLinClrLst/>
    <dgm:txFillClrLst/>
    <dgm:txEffectClrLst/>
  </dgm:styleLbl>
  <dgm:styleLbl name="lnNode1">
    <dgm:fillClrLst meth="cycle">
      <a:schemeClr val="accent3">
        <a:shade val="50000"/>
      </a:schemeClr>
      <a:schemeClr val="accent3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cycle">
      <a:schemeClr val="accent3">
        <a:shade val="80000"/>
        <a:alpha val="50000"/>
      </a:schemeClr>
      <a:schemeClr val="accent3">
        <a:tint val="5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3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3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3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cycle">
      <a:schemeClr val="accent3">
        <a:shade val="90000"/>
      </a:schemeClr>
      <a:schemeClr val="accent3">
        <a:tint val="50000"/>
      </a:schemeClr>
    </dgm:fillClrLst>
    <dgm:linClrLst meth="cycle">
      <a:schemeClr val="accent3">
        <a:shade val="90000"/>
      </a:schemeClr>
      <a:schemeClr val="accent3">
        <a:tint val="50000"/>
      </a:schemeClr>
    </dgm:linClrLst>
    <dgm:effectClrLst/>
    <dgm:txLinClrLst/>
    <dgm:txFillClrLst/>
    <dgm:txEffectClrLst/>
  </dgm:styleLbl>
  <dgm:styleLbl name="fgSibTrans2D1">
    <dgm:fillClrLst meth="cycle">
      <a:schemeClr val="accent3">
        <a:shade val="90000"/>
      </a:schemeClr>
      <a:schemeClr val="accent3">
        <a:tint val="50000"/>
      </a:schemeClr>
    </dgm:fillClrLst>
    <dgm:linClrLst meth="cycle">
      <a:schemeClr val="accent3">
        <a:shade val="90000"/>
      </a:schemeClr>
      <a:schemeClr val="accent3">
        <a:tint val="50000"/>
      </a:schemeClr>
    </dgm:linClrLst>
    <dgm:effectClrLst/>
    <dgm:txLinClrLst/>
    <dgm:txFillClrLst/>
    <dgm:txEffectClrLst/>
  </dgm:styleLbl>
  <dgm:styleLbl name="bgSibTrans2D1">
    <dgm:fillClrLst meth="cycle">
      <a:schemeClr val="accent3">
        <a:shade val="90000"/>
      </a:schemeClr>
      <a:schemeClr val="accent3">
        <a:tint val="50000"/>
      </a:schemeClr>
    </dgm:fillClrLst>
    <dgm:linClrLst meth="cycle">
      <a:schemeClr val="accent3">
        <a:shade val="90000"/>
      </a:schemeClr>
      <a:schemeClr val="accent3">
        <a:tint val="50000"/>
      </a:schemeClr>
    </dgm:linClrLst>
    <dgm:effectClrLst/>
    <dgm:txLinClrLst/>
    <dgm:txFillClrLst/>
    <dgm:txEffectClrLst/>
  </dgm:styleLbl>
  <dgm:styleLbl name="sibTrans1D1">
    <dgm:fillClrLst meth="cycle">
      <a:schemeClr val="accent3">
        <a:shade val="90000"/>
      </a:schemeClr>
      <a:schemeClr val="accent3">
        <a:tint val="50000"/>
      </a:schemeClr>
    </dgm:fillClrLst>
    <dgm:linClrLst meth="cycle">
      <a:schemeClr val="accent3">
        <a:shade val="90000"/>
      </a:schemeClr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>
        <a:tint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3">
        <a:tint val="90000"/>
      </a:schemeClr>
    </dgm:fillClrLst>
    <dgm:linClrLst meth="repeat">
      <a:schemeClr val="accent3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3">
        <a:tint val="5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3">
        <a:shade val="8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3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>
        <a:tint val="5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cycle">
      <a:schemeClr val="accent3">
        <a:shade val="50000"/>
      </a:schemeClr>
      <a:schemeClr val="accent3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cycle">
      <a:schemeClr val="accent3">
        <a:shade val="50000"/>
      </a:schemeClr>
      <a:schemeClr val="accent3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cycle">
      <a:schemeClr val="accent3">
        <a:shade val="50000"/>
      </a:schemeClr>
      <a:schemeClr val="accent3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55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cycle">
      <a:schemeClr val="accent3">
        <a:shade val="50000"/>
      </a:schemeClr>
      <a:schemeClr val="accent3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cycle">
      <a:schemeClr val="accent3">
        <a:shade val="50000"/>
      </a:schemeClr>
      <a:schemeClr val="accent3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55000"/>
      </a:schemeClr>
    </dgm:fillClrLst>
    <dgm:linClrLst meth="repeat">
      <a:schemeClr val="accent3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55000"/>
      </a:schemeClr>
    </dgm:fillClrLst>
    <dgm:linClrLst meth="repeat">
      <a:schemeClr val="accent3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5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55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44E53C6-095B-4B05-8D13-39A4EF52DDBD}" type="doc">
      <dgm:prSet loTypeId="urn:microsoft.com/office/officeart/2005/8/layout/hierarchy3" loCatId="hierarchy" qsTypeId="urn:microsoft.com/office/officeart/2005/8/quickstyle/3d2" qsCatId="3D" csTypeId="urn:microsoft.com/office/officeart/2005/8/colors/accent3_4" csCatId="accent3" phldr="1"/>
      <dgm:spPr>
        <a:scene3d>
          <a:camera prst="orthographicFront">
            <a:rot lat="0" lon="0" rev="0"/>
          </a:camera>
          <a:lightRig rig="contrasting" dir="t">
            <a:rot lat="0" lon="0" rev="1500000"/>
          </a:lightRig>
        </a:scene3d>
      </dgm:spPr>
      <dgm:t>
        <a:bodyPr/>
        <a:lstStyle/>
        <a:p>
          <a:endParaRPr lang="en-US"/>
        </a:p>
      </dgm:t>
    </dgm:pt>
    <dgm:pt modelId="{71282F91-F8E2-4F7C-A339-ECE42EE610EC}">
      <dgm:prSet custT="1"/>
      <dgm:spPr>
        <a:scene3d>
          <a:camera prst="orthographicFront">
            <a:rot lat="0" lon="0" rev="0"/>
          </a:camera>
          <a:lightRig rig="contrasting" dir="t">
            <a:rot lat="0" lon="0" rev="1500000"/>
          </a:lightRig>
        </a:scene3d>
        <a:sp3d prstMaterial="metal">
          <a:bevelT w="88900" h="88900"/>
        </a:sp3d>
      </dgm:spPr>
      <dgm:t>
        <a:bodyPr/>
        <a:lstStyle/>
        <a:p>
          <a:pPr rtl="0"/>
          <a:r>
            <a:rPr lang="en-US" sz="2400" b="0" i="0" u="none" dirty="0">
              <a:latin typeface="Times New Roman" panose="02020603050405020304" pitchFamily="18" charset="0"/>
              <a:cs typeface="Times New Roman" panose="02020603050405020304" pitchFamily="18" charset="0"/>
            </a:rPr>
            <a:t>Fuel</a:t>
          </a:r>
          <a:endParaRPr lang="en-GB" sz="2400" u="none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F3123380-BFEC-4184-A160-43DB2254FCFB}" type="parTrans" cxnId="{BC94DF0E-1E9D-4DAB-92CF-BC2FF10CADE7}">
      <dgm:prSet/>
      <dgm:spPr/>
      <dgm:t>
        <a:bodyPr/>
        <a:lstStyle/>
        <a:p>
          <a:endParaRPr lang="en-US"/>
        </a:p>
      </dgm:t>
    </dgm:pt>
    <dgm:pt modelId="{734015D5-5509-4F18-8ADF-9A9ED3DCDA2E}" type="sibTrans" cxnId="{BC94DF0E-1E9D-4DAB-92CF-BC2FF10CADE7}">
      <dgm:prSet/>
      <dgm:spPr/>
      <dgm:t>
        <a:bodyPr/>
        <a:lstStyle/>
        <a:p>
          <a:endParaRPr lang="en-US"/>
        </a:p>
      </dgm:t>
    </dgm:pt>
    <dgm:pt modelId="{5B74DE15-4A79-450B-B03D-0DE2D712FF4C}">
      <dgm:prSet custT="1"/>
      <dgm:spPr>
        <a:scene3d>
          <a:camera prst="orthographicFront">
            <a:rot lat="0" lon="0" rev="0"/>
          </a:camera>
          <a:lightRig rig="contrasting" dir="t">
            <a:rot lat="0" lon="0" rev="1500000"/>
          </a:lightRig>
        </a:scene3d>
        <a:sp3d z="-152400" extrusionH="63500" prstMaterial="dkEdge">
          <a:bevelT w="124450" h="16350" prst="relaxedInset"/>
          <a:contourClr>
            <a:schemeClr val="bg1"/>
          </a:contourClr>
        </a:sp3d>
      </dgm:spPr>
      <dgm:t>
        <a:bodyPr spcFirstLastPara="0" vert="horz" wrap="square" lIns="19050" tIns="12700" rIns="19050" bIns="12700" numCol="1" spcCol="1270" anchor="ctr" anchorCtr="0"/>
        <a:lstStyle/>
        <a:p>
          <a:pPr marL="0" lvl="0" indent="0" algn="ctr" defTabSz="4445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i="0" kern="1200" dirty="0">
              <a:solidFill>
                <a:srgbClr val="00206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FuelSave Super,</a:t>
          </a:r>
          <a:br>
            <a:rPr lang="en-US" sz="1400" b="0" i="0" kern="1200" dirty="0">
              <a:solidFill>
                <a:srgbClr val="00206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</a:br>
          <a:r>
            <a:rPr lang="en-US" sz="1400" b="0" i="0" kern="1200" dirty="0">
              <a:solidFill>
                <a:srgbClr val="00206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FuelSave Diesel,</a:t>
          </a:r>
          <a:br>
            <a:rPr lang="en-US" sz="1400" b="0" i="0" kern="1200" dirty="0">
              <a:solidFill>
                <a:srgbClr val="00206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</a:br>
          <a:r>
            <a:rPr lang="en-US" sz="1400" b="0" i="0" kern="1200" dirty="0">
              <a:solidFill>
                <a:srgbClr val="00206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Shell V-Power</a:t>
          </a:r>
          <a:endParaRPr lang="en-GB" sz="1400" b="0" i="0" kern="1200" dirty="0">
            <a:solidFill>
              <a:srgbClr val="002060"/>
            </a:solidFill>
            <a:latin typeface="Times New Roman" panose="02020603050405020304" pitchFamily="18" charset="0"/>
            <a:ea typeface="+mn-ea"/>
            <a:cs typeface="Times New Roman" panose="02020603050405020304" pitchFamily="18" charset="0"/>
          </a:endParaRPr>
        </a:p>
      </dgm:t>
    </dgm:pt>
    <dgm:pt modelId="{0442DC02-DC94-4EBC-B5CD-87E5A6E24ECA}" type="parTrans" cxnId="{B99BEE86-7DAB-49A4-B140-AFD882A3AF9D}">
      <dgm:prSet/>
      <dgm:spPr>
        <a:scene3d>
          <a:camera prst="orthographicFront">
            <a:rot lat="0" lon="0" rev="0"/>
          </a:camera>
          <a:lightRig rig="contrasting" dir="t">
            <a:rot lat="0" lon="0" rev="1500000"/>
          </a:lightRig>
        </a:scene3d>
        <a:sp3d z="-40000" prstMaterial="metal">
          <a:bevelT w="88900" h="88900"/>
        </a:sp3d>
      </dgm:spPr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236CA1D9-6271-4605-9977-53F965989079}" type="sibTrans" cxnId="{B99BEE86-7DAB-49A4-B140-AFD882A3AF9D}">
      <dgm:prSet/>
      <dgm:spPr/>
      <dgm:t>
        <a:bodyPr/>
        <a:lstStyle/>
        <a:p>
          <a:endParaRPr lang="en-US"/>
        </a:p>
      </dgm:t>
    </dgm:pt>
    <dgm:pt modelId="{3150808A-9EBB-4673-9B26-5CFE9F9D6C7B}">
      <dgm:prSet/>
      <dgm:spPr>
        <a:scene3d>
          <a:camera prst="orthographicFront">
            <a:rot lat="0" lon="0" rev="0"/>
          </a:camera>
          <a:lightRig rig="contrasting" dir="t">
            <a:rot lat="0" lon="0" rev="1500000"/>
          </a:lightRig>
        </a:scene3d>
        <a:sp3d z="-152400" prstMaterial="metal">
          <a:bevelT w="88900" h="88900"/>
        </a:sp3d>
      </dgm:spPr>
      <dgm:t>
        <a:bodyPr/>
        <a:lstStyle/>
        <a:p>
          <a:pPr rtl="0"/>
          <a:r>
            <a:rPr lang="en-US" b="0" i="0" dirty="0">
              <a:latin typeface="Times New Roman" panose="02020603050405020304" pitchFamily="18" charset="0"/>
              <a:cs typeface="Times New Roman" panose="02020603050405020304" pitchFamily="18" charset="0"/>
            </a:rPr>
            <a:t>Lubricants </a:t>
          </a:r>
          <a:endParaRPr lang="en-GB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59C8CB82-711D-4F88-9209-A7175460F160}" type="parTrans" cxnId="{5E7E31ED-51D0-4684-9F9E-61A269672CC3}">
      <dgm:prSet/>
      <dgm:spPr>
        <a:scene3d>
          <a:camera prst="orthographicFront">
            <a:rot lat="0" lon="0" rev="0"/>
          </a:camera>
          <a:lightRig rig="contrasting" dir="t">
            <a:rot lat="0" lon="0" rev="1500000"/>
          </a:lightRig>
        </a:scene3d>
        <a:sp3d z="-40000" prstMaterial="metal">
          <a:bevelT w="88900" h="88900"/>
        </a:sp3d>
      </dgm:spPr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877D3143-EA0D-47D9-8617-7711A531C4C7}" type="sibTrans" cxnId="{5E7E31ED-51D0-4684-9F9E-61A269672CC3}">
      <dgm:prSet/>
      <dgm:spPr/>
      <dgm:t>
        <a:bodyPr/>
        <a:lstStyle/>
        <a:p>
          <a:endParaRPr lang="en-US"/>
        </a:p>
      </dgm:t>
    </dgm:pt>
    <dgm:pt modelId="{3B926DBD-FEE6-4892-ABDE-B58E070762A4}">
      <dgm:prSet/>
      <dgm:spPr>
        <a:scene3d>
          <a:camera prst="orthographicFront">
            <a:rot lat="0" lon="0" rev="0"/>
          </a:camera>
          <a:lightRig rig="contrasting" dir="t">
            <a:rot lat="0" lon="0" rev="1500000"/>
          </a:lightRig>
        </a:scene3d>
        <a:sp3d prstMaterial="metal">
          <a:bevelT w="88900" h="88900"/>
        </a:sp3d>
      </dgm:spPr>
      <dgm:t>
        <a:bodyPr/>
        <a:lstStyle/>
        <a:p>
          <a:pPr rtl="0"/>
          <a:r>
            <a:rPr lang="en-US" b="0" i="0" u="none" dirty="0">
              <a:latin typeface="Times New Roman" panose="02020603050405020304" pitchFamily="18" charset="0"/>
              <a:cs typeface="Times New Roman" panose="02020603050405020304" pitchFamily="18" charset="0"/>
            </a:rPr>
            <a:t>Other  Non Fuel Retail</a:t>
          </a:r>
          <a:endParaRPr lang="en-GB" u="none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F0436857-3739-488A-9896-9707FAA22E9B}" type="parTrans" cxnId="{B06BD7ED-3B7C-44E7-9B0A-3970B1665DD5}">
      <dgm:prSet/>
      <dgm:spPr/>
      <dgm:t>
        <a:bodyPr/>
        <a:lstStyle/>
        <a:p>
          <a:endParaRPr lang="en-US"/>
        </a:p>
      </dgm:t>
    </dgm:pt>
    <dgm:pt modelId="{D792D956-765B-49C7-A238-D14ED549A8FC}" type="sibTrans" cxnId="{B06BD7ED-3B7C-44E7-9B0A-3970B1665DD5}">
      <dgm:prSet/>
      <dgm:spPr/>
      <dgm:t>
        <a:bodyPr/>
        <a:lstStyle/>
        <a:p>
          <a:endParaRPr lang="en-US"/>
        </a:p>
      </dgm:t>
    </dgm:pt>
    <dgm:pt modelId="{2FFDCC28-0548-4F6C-90E4-290596F5C68F}">
      <dgm:prSet custT="1"/>
      <dgm:spPr>
        <a:scene3d>
          <a:camera prst="orthographicFront">
            <a:rot lat="0" lon="0" rev="0"/>
          </a:camera>
          <a:lightRig rig="contrasting" dir="t">
            <a:rot lat="0" lon="0" rev="1500000"/>
          </a:lightRig>
        </a:scene3d>
        <a:sp3d z="-152400" extrusionH="63500" prstMaterial="dkEdge">
          <a:bevelT w="124450" h="16350" prst="relaxedInset"/>
          <a:contourClr>
            <a:schemeClr val="bg1"/>
          </a:contourClr>
        </a:sp3d>
      </dgm:spPr>
      <dgm:t>
        <a:bodyPr spcFirstLastPara="0" vert="horz" wrap="square" lIns="19050" tIns="12700" rIns="19050" bIns="12700" numCol="1" spcCol="1270" anchor="ctr" anchorCtr="0"/>
        <a:lstStyle/>
        <a:p>
          <a:pPr marL="0" lvl="0" indent="0" algn="ctr" defTabSz="4445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i="0" kern="1200" dirty="0">
              <a:solidFill>
                <a:srgbClr val="00206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ATM/ Quick Cash </a:t>
          </a:r>
          <a:endParaRPr lang="en-GB" sz="1400" b="0" i="0" kern="1200" dirty="0">
            <a:solidFill>
              <a:srgbClr val="002060"/>
            </a:solidFill>
            <a:latin typeface="Times New Roman" panose="02020603050405020304" pitchFamily="18" charset="0"/>
            <a:ea typeface="+mn-ea"/>
            <a:cs typeface="Times New Roman" panose="02020603050405020304" pitchFamily="18" charset="0"/>
          </a:endParaRPr>
        </a:p>
      </dgm:t>
    </dgm:pt>
    <dgm:pt modelId="{D0566D72-49A4-4BDC-B1FF-18338FA6E803}" type="parTrans" cxnId="{39371D59-2CDA-44E3-8925-395A5932B140}">
      <dgm:prSet/>
      <dgm:spPr>
        <a:scene3d>
          <a:camera prst="orthographicFront">
            <a:rot lat="0" lon="0" rev="0"/>
          </a:camera>
          <a:lightRig rig="contrasting" dir="t">
            <a:rot lat="0" lon="0" rev="1500000"/>
          </a:lightRig>
        </a:scene3d>
        <a:sp3d z="-40000" prstMaterial="metal">
          <a:bevelT w="88900" h="88900"/>
        </a:sp3d>
      </dgm:spPr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5D4DA45C-6FC8-4375-9277-0D1A0E962880}" type="sibTrans" cxnId="{39371D59-2CDA-44E3-8925-395A5932B140}">
      <dgm:prSet/>
      <dgm:spPr/>
      <dgm:t>
        <a:bodyPr/>
        <a:lstStyle/>
        <a:p>
          <a:endParaRPr lang="en-US"/>
        </a:p>
      </dgm:t>
    </dgm:pt>
    <dgm:pt modelId="{ACF9A8A4-488C-4B8D-BF9B-08934B65474A}">
      <dgm:prSet custT="1"/>
      <dgm:spPr>
        <a:scene3d>
          <a:camera prst="orthographicFront">
            <a:rot lat="0" lon="0" rev="0"/>
          </a:camera>
          <a:lightRig rig="contrasting" dir="t">
            <a:rot lat="0" lon="0" rev="1500000"/>
          </a:lightRig>
        </a:scene3d>
        <a:sp3d z="-152400" extrusionH="63500" prstMaterial="dkEdge">
          <a:bevelT w="124450" h="16350" prst="relaxedInset"/>
          <a:contourClr>
            <a:schemeClr val="bg1"/>
          </a:contourClr>
        </a:sp3d>
      </dgm:spPr>
      <dgm:t>
        <a:bodyPr spcFirstLastPara="0" vert="horz" wrap="square" lIns="19050" tIns="12700" rIns="19050" bIns="12700" numCol="1" spcCol="1270" anchor="ctr" anchorCtr="0"/>
        <a:lstStyle/>
        <a:p>
          <a:pPr marL="0" lvl="0" indent="0" algn="ctr" defTabSz="4445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i="0" kern="1200" dirty="0">
              <a:solidFill>
                <a:srgbClr val="00206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Food services</a:t>
          </a:r>
          <a:endParaRPr lang="en-GB" sz="1400" b="0" i="0" kern="1200" dirty="0">
            <a:solidFill>
              <a:srgbClr val="002060"/>
            </a:solidFill>
            <a:latin typeface="Times New Roman" panose="02020603050405020304" pitchFamily="18" charset="0"/>
            <a:ea typeface="+mn-ea"/>
            <a:cs typeface="Times New Roman" panose="02020603050405020304" pitchFamily="18" charset="0"/>
          </a:endParaRPr>
        </a:p>
      </dgm:t>
    </dgm:pt>
    <dgm:pt modelId="{BEE8E7E8-F307-444F-8E74-045F854B5AC9}" type="parTrans" cxnId="{2A0D8B50-4821-4C7A-BA4C-E92FB93C90D1}">
      <dgm:prSet/>
      <dgm:spPr>
        <a:scene3d>
          <a:camera prst="orthographicFront">
            <a:rot lat="0" lon="0" rev="0"/>
          </a:camera>
          <a:lightRig rig="contrasting" dir="t">
            <a:rot lat="0" lon="0" rev="1500000"/>
          </a:lightRig>
        </a:scene3d>
        <a:sp3d z="-40000" prstMaterial="metal">
          <a:bevelT w="88900" h="88900"/>
        </a:sp3d>
      </dgm:spPr>
      <dgm:t>
        <a:bodyPr/>
        <a:lstStyle/>
        <a:p>
          <a:endParaRPr lang="en-US"/>
        </a:p>
      </dgm:t>
    </dgm:pt>
    <dgm:pt modelId="{53C8266B-162F-4946-B24D-379570CE29AA}" type="sibTrans" cxnId="{2A0D8B50-4821-4C7A-BA4C-E92FB93C90D1}">
      <dgm:prSet/>
      <dgm:spPr/>
      <dgm:t>
        <a:bodyPr/>
        <a:lstStyle/>
        <a:p>
          <a:endParaRPr lang="en-US"/>
        </a:p>
      </dgm:t>
    </dgm:pt>
    <dgm:pt modelId="{F17AE1CC-B3D7-427D-B8C1-4FBB6256625A}">
      <dgm:prSet custT="1"/>
      <dgm:spPr>
        <a:scene3d>
          <a:camera prst="orthographicFront">
            <a:rot lat="0" lon="0" rev="0"/>
          </a:camera>
          <a:lightRig rig="contrasting" dir="t">
            <a:rot lat="0" lon="0" rev="1500000"/>
          </a:lightRig>
        </a:scene3d>
        <a:sp3d z="-152400" extrusionH="63500" prstMaterial="dkEdge">
          <a:bevelT w="124450" h="16350" prst="relaxedInset"/>
          <a:contourClr>
            <a:schemeClr val="bg1"/>
          </a:contourClr>
        </a:sp3d>
      </dgm:spPr>
      <dgm:t>
        <a:bodyPr spcFirstLastPara="0" vert="horz" wrap="square" lIns="19050" tIns="12700" rIns="19050" bIns="12700" numCol="1" spcCol="1270" anchor="ctr" anchorCtr="0"/>
        <a:lstStyle/>
        <a:p>
          <a:pPr marL="0" lvl="0" indent="0" algn="ctr" defTabSz="4445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i="0" kern="1200" dirty="0">
              <a:solidFill>
                <a:srgbClr val="00206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Forecourt Top up </a:t>
          </a:r>
        </a:p>
      </dgm:t>
    </dgm:pt>
    <dgm:pt modelId="{B82B092B-42F8-46AF-9145-E209FDECE995}" type="parTrans" cxnId="{3BA6F9C9-A52F-4FF2-A57E-B3AE8CCE1837}">
      <dgm:prSet/>
      <dgm:spPr/>
      <dgm:t>
        <a:bodyPr/>
        <a:lstStyle/>
        <a:p>
          <a:endParaRPr lang="en-US"/>
        </a:p>
      </dgm:t>
    </dgm:pt>
    <dgm:pt modelId="{BE28833F-A704-4D52-B42E-DBD1F2DE982C}" type="sibTrans" cxnId="{3BA6F9C9-A52F-4FF2-A57E-B3AE8CCE1837}">
      <dgm:prSet/>
      <dgm:spPr/>
      <dgm:t>
        <a:bodyPr/>
        <a:lstStyle/>
        <a:p>
          <a:endParaRPr lang="en-US"/>
        </a:p>
      </dgm:t>
    </dgm:pt>
    <dgm:pt modelId="{3D00FB1A-CA8B-4454-A1AF-4BA9CD574BE3}">
      <dgm:prSet custT="1"/>
      <dgm:spPr>
        <a:scene3d>
          <a:camera prst="orthographicFront">
            <a:rot lat="0" lon="0" rev="0"/>
          </a:camera>
          <a:lightRig rig="contrasting" dir="t">
            <a:rot lat="0" lon="0" rev="1500000"/>
          </a:lightRig>
        </a:scene3d>
        <a:sp3d z="-152400" extrusionH="63500" prstMaterial="dkEdge">
          <a:bevelT w="124450" h="16350" prst="relaxedInset"/>
          <a:contourClr>
            <a:schemeClr val="bg1"/>
          </a:contourClr>
        </a:sp3d>
      </dgm:spPr>
      <dgm:t>
        <a:bodyPr spcFirstLastPara="0" vert="horz" wrap="square" lIns="19050" tIns="12700" rIns="19050" bIns="12700" numCol="1" spcCol="1270" anchor="ctr" anchorCtr="0"/>
        <a:lstStyle/>
        <a:p>
          <a:pPr marL="0" lvl="0" indent="0" algn="ctr" defTabSz="4445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i="0" kern="1200" dirty="0">
              <a:solidFill>
                <a:srgbClr val="00206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Lube bay services</a:t>
          </a:r>
        </a:p>
      </dgm:t>
    </dgm:pt>
    <dgm:pt modelId="{73FFAE53-F407-4986-BFD3-CCD6BC8BD3B0}" type="parTrans" cxnId="{2C1CB8A7-B713-473F-BFE2-D0903FCBA42A}">
      <dgm:prSet/>
      <dgm:spPr/>
      <dgm:t>
        <a:bodyPr/>
        <a:lstStyle/>
        <a:p>
          <a:endParaRPr lang="en-US"/>
        </a:p>
      </dgm:t>
    </dgm:pt>
    <dgm:pt modelId="{BB26FB01-D23C-4D28-B7BB-9A2AEA2225DB}" type="sibTrans" cxnId="{2C1CB8A7-B713-473F-BFE2-D0903FCBA42A}">
      <dgm:prSet/>
      <dgm:spPr/>
      <dgm:t>
        <a:bodyPr/>
        <a:lstStyle/>
        <a:p>
          <a:endParaRPr lang="en-US"/>
        </a:p>
      </dgm:t>
    </dgm:pt>
    <dgm:pt modelId="{840436BF-E3EB-42A8-84AF-1F1B588DB9C6}">
      <dgm:prSet custT="1"/>
      <dgm:spPr>
        <a:scene3d>
          <a:camera prst="orthographicFront">
            <a:rot lat="0" lon="0" rev="0"/>
          </a:camera>
          <a:lightRig rig="contrasting" dir="t">
            <a:rot lat="0" lon="0" rev="1500000"/>
          </a:lightRig>
        </a:scene3d>
        <a:sp3d z="-152400" extrusionH="63500" prstMaterial="dkEdge">
          <a:bevelT w="124450" h="16350" prst="relaxedInset"/>
          <a:contourClr>
            <a:schemeClr val="bg1"/>
          </a:contourClr>
        </a:sp3d>
      </dgm:spPr>
      <dgm:t>
        <a:bodyPr spcFirstLastPara="0" vert="horz" wrap="square" lIns="19050" tIns="12700" rIns="19050" bIns="12700" numCol="1" spcCol="1270" anchor="ctr" anchorCtr="0"/>
        <a:lstStyle/>
        <a:p>
          <a:pPr marL="0" lvl="0" indent="0" algn="ctr" defTabSz="4445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i="0" kern="1200" dirty="0">
              <a:solidFill>
                <a:srgbClr val="00206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Payment system – Cash, Shell card and </a:t>
          </a:r>
          <a:r>
            <a:rPr lang="en-US" sz="1400" b="0" i="0" kern="1200" dirty="0" err="1">
              <a:solidFill>
                <a:srgbClr val="00206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EzyPass</a:t>
          </a:r>
          <a:r>
            <a:rPr lang="en-US" sz="1400" b="0" i="0" kern="1200" dirty="0">
              <a:solidFill>
                <a:srgbClr val="00206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 Card</a:t>
          </a:r>
          <a:endParaRPr lang="en-GB" sz="1400" b="0" i="0" kern="1200" dirty="0">
            <a:solidFill>
              <a:srgbClr val="002060"/>
            </a:solidFill>
            <a:latin typeface="Times New Roman" panose="02020603050405020304" pitchFamily="18" charset="0"/>
            <a:ea typeface="+mn-ea"/>
            <a:cs typeface="Times New Roman" panose="02020603050405020304" pitchFamily="18" charset="0"/>
          </a:endParaRPr>
        </a:p>
      </dgm:t>
    </dgm:pt>
    <dgm:pt modelId="{D151C4A9-0CF3-4718-9E26-0C2143E2E948}" type="parTrans" cxnId="{732A98C7-C865-400C-B23C-E56AF4DC6000}">
      <dgm:prSet/>
      <dgm:spPr/>
      <dgm:t>
        <a:bodyPr/>
        <a:lstStyle/>
        <a:p>
          <a:endParaRPr lang="en-GB"/>
        </a:p>
      </dgm:t>
    </dgm:pt>
    <dgm:pt modelId="{C8409856-9634-4030-9B0D-E8E874AD0F2A}" type="sibTrans" cxnId="{732A98C7-C865-400C-B23C-E56AF4DC6000}">
      <dgm:prSet/>
      <dgm:spPr/>
      <dgm:t>
        <a:bodyPr/>
        <a:lstStyle/>
        <a:p>
          <a:endParaRPr lang="en-GB"/>
        </a:p>
      </dgm:t>
    </dgm:pt>
    <dgm:pt modelId="{C5BF3841-FD38-4786-9F98-7CF663DAEDD4}">
      <dgm:prSet custT="1"/>
      <dgm:spPr>
        <a:scene3d>
          <a:camera prst="orthographicFront">
            <a:rot lat="0" lon="0" rev="0"/>
          </a:camera>
          <a:lightRig rig="contrasting" dir="t">
            <a:rot lat="0" lon="0" rev="1500000"/>
          </a:lightRig>
        </a:scene3d>
        <a:sp3d z="-152400" extrusionH="63500" prstMaterial="dkEdge">
          <a:bevelT w="124450" h="16350" prst="relaxedInset"/>
          <a:contourClr>
            <a:schemeClr val="bg1"/>
          </a:contourClr>
        </a:sp3d>
      </dgm:spPr>
      <dgm:t>
        <a:bodyPr spcFirstLastPara="0" vert="horz" wrap="square" lIns="19050" tIns="12700" rIns="19050" bIns="12700" numCol="1" spcCol="1270" anchor="ctr" anchorCtr="0"/>
        <a:lstStyle/>
        <a:p>
          <a:pPr marL="0" lvl="0" indent="0" algn="ctr" defTabSz="4445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b="0" i="0" kern="1200" dirty="0">
              <a:solidFill>
                <a:srgbClr val="00206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Shop</a:t>
          </a:r>
        </a:p>
      </dgm:t>
    </dgm:pt>
    <dgm:pt modelId="{26E06FC9-D3F7-48FE-A709-A831CCD34A5C}" type="sibTrans" cxnId="{5701CFFA-1769-4985-8045-DBF026DEA09D}">
      <dgm:prSet/>
      <dgm:spPr/>
      <dgm:t>
        <a:bodyPr/>
        <a:lstStyle/>
        <a:p>
          <a:endParaRPr lang="en-US"/>
        </a:p>
      </dgm:t>
    </dgm:pt>
    <dgm:pt modelId="{ABFD633C-279D-4ADB-AD15-AE69E7EDFCA7}" type="parTrans" cxnId="{5701CFFA-1769-4985-8045-DBF026DEA09D}">
      <dgm:prSet/>
      <dgm:spPr>
        <a:scene3d>
          <a:camera prst="orthographicFront">
            <a:rot lat="0" lon="0" rev="0"/>
          </a:camera>
          <a:lightRig rig="contrasting" dir="t">
            <a:rot lat="0" lon="0" rev="1500000"/>
          </a:lightRig>
        </a:scene3d>
        <a:sp3d z="-40000" prstMaterial="metal">
          <a:bevelT w="88900" h="88900"/>
        </a:sp3d>
      </dgm:spPr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F8B3569D-98F1-49AA-9A27-72F91B10FD75}">
      <dgm:prSet custT="1"/>
      <dgm:spPr>
        <a:scene3d>
          <a:camera prst="orthographicFront">
            <a:rot lat="0" lon="0" rev="0"/>
          </a:camera>
          <a:lightRig rig="contrasting" dir="t">
            <a:rot lat="0" lon="0" rev="1500000"/>
          </a:lightRig>
        </a:scene3d>
        <a:sp3d z="-152400" extrusionH="63500" prstMaterial="dkEdge">
          <a:bevelT w="124450" h="16350" prst="relaxedInset"/>
          <a:contourClr>
            <a:schemeClr val="bg1"/>
          </a:contourClr>
        </a:sp3d>
      </dgm:spPr>
      <dgm:t>
        <a:bodyPr spcFirstLastPara="0" vert="horz" wrap="square" lIns="19050" tIns="12700" rIns="19050" bIns="12700" numCol="1" spcCol="1270" anchor="ctr" anchorCtr="0"/>
        <a:lstStyle/>
        <a:p>
          <a:pPr marL="0" lvl="0" indent="0" algn="ctr" defTabSz="4445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i="0" kern="1200" dirty="0">
              <a:solidFill>
                <a:srgbClr val="00206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Car wash </a:t>
          </a:r>
          <a:endParaRPr lang="en-GB" sz="1400" b="0" i="0" kern="1200" dirty="0">
            <a:solidFill>
              <a:srgbClr val="002060"/>
            </a:solidFill>
            <a:latin typeface="Times New Roman" panose="02020603050405020304" pitchFamily="18" charset="0"/>
            <a:ea typeface="+mn-ea"/>
            <a:cs typeface="Times New Roman" panose="02020603050405020304" pitchFamily="18" charset="0"/>
          </a:endParaRPr>
        </a:p>
      </dgm:t>
    </dgm:pt>
    <dgm:pt modelId="{406F9975-1021-4F93-8F50-576DABE81F2F}" type="parTrans" cxnId="{29EDA28C-0CDE-49CE-A935-4BACEFF4AAA4}">
      <dgm:prSet/>
      <dgm:spPr/>
      <dgm:t>
        <a:bodyPr/>
        <a:lstStyle/>
        <a:p>
          <a:endParaRPr lang="en-US"/>
        </a:p>
      </dgm:t>
    </dgm:pt>
    <dgm:pt modelId="{DD7D8069-B539-44FF-952D-F0CCC7B56FA2}" type="sibTrans" cxnId="{29EDA28C-0CDE-49CE-A935-4BACEFF4AAA4}">
      <dgm:prSet/>
      <dgm:spPr/>
      <dgm:t>
        <a:bodyPr/>
        <a:lstStyle/>
        <a:p>
          <a:endParaRPr lang="en-US"/>
        </a:p>
      </dgm:t>
    </dgm:pt>
    <dgm:pt modelId="{D6CC2251-FF84-4566-96A5-CC2F8C283B4D}">
      <dgm:prSet custT="1"/>
      <dgm:spPr>
        <a:scene3d>
          <a:camera prst="orthographicFront">
            <a:rot lat="0" lon="0" rev="0"/>
          </a:camera>
          <a:lightRig rig="contrasting" dir="t">
            <a:rot lat="0" lon="0" rev="1500000"/>
          </a:lightRig>
        </a:scene3d>
        <a:sp3d z="-152400" extrusionH="63500" prstMaterial="dkEdge">
          <a:bevelT w="124450" h="16350" prst="relaxedInset"/>
          <a:contourClr>
            <a:schemeClr val="bg1"/>
          </a:contourClr>
        </a:sp3d>
      </dgm:spPr>
      <dgm:t>
        <a:bodyPr spcFirstLastPara="0" vert="horz" wrap="square" lIns="19050" tIns="12700" rIns="19050" bIns="12700" numCol="1" spcCol="1270" anchor="ctr" anchorCtr="0"/>
        <a:lstStyle/>
        <a:p>
          <a:pPr marL="0" lvl="0" indent="0" algn="ctr" defTabSz="4445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i="0" kern="1200" dirty="0">
              <a:solidFill>
                <a:srgbClr val="00206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Helix, Rimula, Advance</a:t>
          </a:r>
        </a:p>
      </dgm:t>
    </dgm:pt>
    <dgm:pt modelId="{9E02892B-C015-4C5E-8222-963E652D1149}" type="parTrans" cxnId="{61E59E5A-9399-44BF-8444-078EC7543DF7}">
      <dgm:prSet/>
      <dgm:spPr/>
      <dgm:t>
        <a:bodyPr/>
        <a:lstStyle/>
        <a:p>
          <a:endParaRPr lang="en-US"/>
        </a:p>
      </dgm:t>
    </dgm:pt>
    <dgm:pt modelId="{628B671F-75C9-49F8-9AB9-0E26F4F183D2}" type="sibTrans" cxnId="{61E59E5A-9399-44BF-8444-078EC7543DF7}">
      <dgm:prSet/>
      <dgm:spPr/>
      <dgm:t>
        <a:bodyPr/>
        <a:lstStyle/>
        <a:p>
          <a:endParaRPr lang="en-US"/>
        </a:p>
      </dgm:t>
    </dgm:pt>
    <dgm:pt modelId="{DC8DB09D-2DED-404C-A8FE-2E84C87BEBDB}" type="pres">
      <dgm:prSet presAssocID="{744E53C6-095B-4B05-8D13-39A4EF52DDBD}" presName="diagram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E5F74878-F2E2-4679-8BFE-DC0DDA10E541}" type="pres">
      <dgm:prSet presAssocID="{71282F91-F8E2-4F7C-A339-ECE42EE610EC}" presName="root" presStyleCnt="0"/>
      <dgm:spPr>
        <a:scene3d>
          <a:camera prst="orthographicFront">
            <a:rot lat="0" lon="0" rev="0"/>
          </a:camera>
          <a:lightRig rig="contrasting" dir="t">
            <a:rot lat="0" lon="0" rev="1500000"/>
          </a:lightRig>
        </a:scene3d>
        <a:sp3d prstMaterial="metal">
          <a:bevelT w="88900" h="88900"/>
        </a:sp3d>
      </dgm:spPr>
    </dgm:pt>
    <dgm:pt modelId="{E4E84676-E93E-43B4-B7C4-FED8E9063DA7}" type="pres">
      <dgm:prSet presAssocID="{71282F91-F8E2-4F7C-A339-ECE42EE610EC}" presName="rootComposite" presStyleCnt="0"/>
      <dgm:spPr>
        <a:scene3d>
          <a:camera prst="orthographicFront">
            <a:rot lat="0" lon="0" rev="0"/>
          </a:camera>
          <a:lightRig rig="contrasting" dir="t">
            <a:rot lat="0" lon="0" rev="1500000"/>
          </a:lightRig>
        </a:scene3d>
        <a:sp3d prstMaterial="metal">
          <a:bevelT w="88900" h="88900"/>
        </a:sp3d>
      </dgm:spPr>
    </dgm:pt>
    <dgm:pt modelId="{99A5F7EC-2B9F-471B-ADA6-D02148EB4A06}" type="pres">
      <dgm:prSet presAssocID="{71282F91-F8E2-4F7C-A339-ECE42EE610EC}" presName="rootText" presStyleLbl="node1" presStyleIdx="0" presStyleCnt="3"/>
      <dgm:spPr/>
    </dgm:pt>
    <dgm:pt modelId="{FE88110F-21F8-4457-8C99-06F9B9F9F99E}" type="pres">
      <dgm:prSet presAssocID="{71282F91-F8E2-4F7C-A339-ECE42EE610EC}" presName="rootConnector" presStyleLbl="node1" presStyleIdx="0" presStyleCnt="3"/>
      <dgm:spPr/>
    </dgm:pt>
    <dgm:pt modelId="{5472E54E-FCD7-4A5D-B8C7-1F71F43CAB59}" type="pres">
      <dgm:prSet presAssocID="{71282F91-F8E2-4F7C-A339-ECE42EE610EC}" presName="childShape" presStyleCnt="0"/>
      <dgm:spPr>
        <a:scene3d>
          <a:camera prst="orthographicFront">
            <a:rot lat="0" lon="0" rev="0"/>
          </a:camera>
          <a:lightRig rig="contrasting" dir="t">
            <a:rot lat="0" lon="0" rev="1500000"/>
          </a:lightRig>
        </a:scene3d>
        <a:sp3d prstMaterial="metal">
          <a:bevelT w="88900" h="88900"/>
        </a:sp3d>
      </dgm:spPr>
    </dgm:pt>
    <dgm:pt modelId="{F2B7A670-880A-4BEE-86A0-EDAEF3A1C381}" type="pres">
      <dgm:prSet presAssocID="{0442DC02-DC94-4EBC-B5CD-87E5A6E24ECA}" presName="Name13" presStyleLbl="parChTrans1D2" presStyleIdx="0" presStyleCnt="9"/>
      <dgm:spPr/>
    </dgm:pt>
    <dgm:pt modelId="{2220DEF3-1419-47FF-ACAC-1E0E706D979B}" type="pres">
      <dgm:prSet presAssocID="{5B74DE15-4A79-450B-B03D-0DE2D712FF4C}" presName="childText" presStyleLbl="bgAcc1" presStyleIdx="0" presStyleCnt="9" custScaleX="125175" custScaleY="200702">
        <dgm:presLayoutVars>
          <dgm:bulletEnabled val="1"/>
        </dgm:presLayoutVars>
      </dgm:prSet>
      <dgm:spPr>
        <a:xfrm>
          <a:off x="393685" y="682695"/>
          <a:ext cx="873769" cy="546105"/>
        </a:xfrm>
        <a:prstGeom prst="roundRect">
          <a:avLst>
            <a:gd name="adj" fmla="val 10000"/>
          </a:avLst>
        </a:prstGeom>
      </dgm:spPr>
    </dgm:pt>
    <dgm:pt modelId="{849AB0F7-0607-42BE-BAF1-471B11821BE6}" type="pres">
      <dgm:prSet presAssocID="{D151C4A9-0CF3-4718-9E26-0C2143E2E948}" presName="Name13" presStyleLbl="parChTrans1D2" presStyleIdx="1" presStyleCnt="9"/>
      <dgm:spPr/>
    </dgm:pt>
    <dgm:pt modelId="{B9CC1B5B-6FD8-4C6A-9278-7F9ABE047AB3}" type="pres">
      <dgm:prSet presAssocID="{840436BF-E3EB-42A8-84AF-1F1B588DB9C6}" presName="childText" presStyleLbl="bgAcc1" presStyleIdx="1" presStyleCnt="9" custAng="247067" custFlipVert="0" custScaleX="113703" custScaleY="253702" custLinFactNeighborX="-8200" custLinFactNeighborY="34377">
        <dgm:presLayoutVars>
          <dgm:bulletEnabled val="1"/>
        </dgm:presLayoutVars>
      </dgm:prSet>
      <dgm:spPr>
        <a:prstGeom prst="roundRect">
          <a:avLst>
            <a:gd name="adj" fmla="val 10000"/>
          </a:avLst>
        </a:prstGeom>
      </dgm:spPr>
    </dgm:pt>
    <dgm:pt modelId="{BBF7A6DE-ED10-458B-B30A-76DFBD526BDA}" type="pres">
      <dgm:prSet presAssocID="{3150808A-9EBB-4673-9B26-5CFE9F9D6C7B}" presName="root" presStyleCnt="0"/>
      <dgm:spPr/>
    </dgm:pt>
    <dgm:pt modelId="{B0863205-2571-4BD6-BEA3-E87291F72DFE}" type="pres">
      <dgm:prSet presAssocID="{3150808A-9EBB-4673-9B26-5CFE9F9D6C7B}" presName="rootComposite" presStyleCnt="0"/>
      <dgm:spPr/>
    </dgm:pt>
    <dgm:pt modelId="{F15ADAF6-4789-4C1C-9533-F604869B024E}" type="pres">
      <dgm:prSet presAssocID="{3150808A-9EBB-4673-9B26-5CFE9F9D6C7B}" presName="rootText" presStyleLbl="node1" presStyleIdx="1" presStyleCnt="3"/>
      <dgm:spPr/>
    </dgm:pt>
    <dgm:pt modelId="{A868A80C-1EA9-4927-947C-94C454E12A48}" type="pres">
      <dgm:prSet presAssocID="{3150808A-9EBB-4673-9B26-5CFE9F9D6C7B}" presName="rootConnector" presStyleLbl="node1" presStyleIdx="1" presStyleCnt="3"/>
      <dgm:spPr/>
    </dgm:pt>
    <dgm:pt modelId="{ED89E59E-41D3-4F95-9031-C2ADA17DBC0E}" type="pres">
      <dgm:prSet presAssocID="{3150808A-9EBB-4673-9B26-5CFE9F9D6C7B}" presName="childShape" presStyleCnt="0"/>
      <dgm:spPr/>
    </dgm:pt>
    <dgm:pt modelId="{2569D6F2-3C4C-46CE-814D-06AE61A65FA7}" type="pres">
      <dgm:prSet presAssocID="{73FFAE53-F407-4986-BFD3-CCD6BC8BD3B0}" presName="Name13" presStyleLbl="parChTrans1D2" presStyleIdx="2" presStyleCnt="9"/>
      <dgm:spPr/>
    </dgm:pt>
    <dgm:pt modelId="{0860CD42-1126-4C10-A2E8-10C20F208FB6}" type="pres">
      <dgm:prSet presAssocID="{3D00FB1A-CA8B-4454-A1AF-4BA9CD574BE3}" presName="childText" presStyleLbl="bgAcc1" presStyleIdx="2" presStyleCnt="9" custLinFactNeighborX="5276" custLinFactNeighborY="-7615">
        <dgm:presLayoutVars>
          <dgm:bulletEnabled val="1"/>
        </dgm:presLayoutVars>
      </dgm:prSet>
      <dgm:spPr>
        <a:xfrm>
          <a:off x="1750761" y="792088"/>
          <a:ext cx="698932" cy="436833"/>
        </a:xfrm>
        <a:prstGeom prst="roundRect">
          <a:avLst>
            <a:gd name="adj" fmla="val 10000"/>
          </a:avLst>
        </a:prstGeom>
      </dgm:spPr>
    </dgm:pt>
    <dgm:pt modelId="{8927988F-3FC2-4081-8683-A410363922CF}" type="pres">
      <dgm:prSet presAssocID="{B82B092B-42F8-46AF-9145-E209FDECE995}" presName="Name13" presStyleLbl="parChTrans1D2" presStyleIdx="3" presStyleCnt="9"/>
      <dgm:spPr/>
    </dgm:pt>
    <dgm:pt modelId="{C91E7876-312E-4370-B806-6C53A5C8DB72}" type="pres">
      <dgm:prSet presAssocID="{F17AE1CC-B3D7-427D-B8C1-4FBB6256625A}" presName="childText" presStyleLbl="bgAcc1" presStyleIdx="3" presStyleCnt="9" custScaleX="137420" custLinFactNeighborX="-227" custLinFactNeighborY="30600">
        <dgm:presLayoutVars>
          <dgm:bulletEnabled val="1"/>
        </dgm:presLayoutVars>
      </dgm:prSet>
      <dgm:spPr>
        <a:xfrm>
          <a:off x="1732065" y="1456157"/>
          <a:ext cx="698932" cy="436833"/>
        </a:xfrm>
        <a:prstGeom prst="roundRect">
          <a:avLst>
            <a:gd name="adj" fmla="val 10000"/>
          </a:avLst>
        </a:prstGeom>
      </dgm:spPr>
    </dgm:pt>
    <dgm:pt modelId="{DECCAD2C-5884-4647-AEEF-BC11B465FBC0}" type="pres">
      <dgm:prSet presAssocID="{9E02892B-C015-4C5E-8222-963E652D1149}" presName="Name13" presStyleLbl="parChTrans1D2" presStyleIdx="4" presStyleCnt="9"/>
      <dgm:spPr/>
    </dgm:pt>
    <dgm:pt modelId="{8F263772-7F21-43B3-91D7-9945F281F5ED}" type="pres">
      <dgm:prSet presAssocID="{D6CC2251-FF84-4566-96A5-CC2F8C283B4D}" presName="childText" presStyleLbl="bgAcc1" presStyleIdx="4" presStyleCnt="9" custAng="0" custFlipVert="0" custScaleX="127144" custScaleY="119685" custLinFactNeighborX="25498" custLinFactNeighborY="56789">
        <dgm:presLayoutVars>
          <dgm:bulletEnabled val="1"/>
        </dgm:presLayoutVars>
      </dgm:prSet>
      <dgm:spPr/>
    </dgm:pt>
    <dgm:pt modelId="{2031A5D1-7B0B-4EF5-8ABE-D976BF6B94AD}" type="pres">
      <dgm:prSet presAssocID="{3B926DBD-FEE6-4892-ABDE-B58E070762A4}" presName="root" presStyleCnt="0"/>
      <dgm:spPr>
        <a:scene3d>
          <a:camera prst="orthographicFront">
            <a:rot lat="0" lon="0" rev="0"/>
          </a:camera>
          <a:lightRig rig="contrasting" dir="t">
            <a:rot lat="0" lon="0" rev="1500000"/>
          </a:lightRig>
        </a:scene3d>
        <a:sp3d prstMaterial="metal">
          <a:bevelT w="88900" h="88900"/>
        </a:sp3d>
      </dgm:spPr>
    </dgm:pt>
    <dgm:pt modelId="{F820EDB5-349D-4EF8-97ED-732EFB7F43B8}" type="pres">
      <dgm:prSet presAssocID="{3B926DBD-FEE6-4892-ABDE-B58E070762A4}" presName="rootComposite" presStyleCnt="0"/>
      <dgm:spPr>
        <a:scene3d>
          <a:camera prst="orthographicFront">
            <a:rot lat="0" lon="0" rev="0"/>
          </a:camera>
          <a:lightRig rig="contrasting" dir="t">
            <a:rot lat="0" lon="0" rev="1500000"/>
          </a:lightRig>
        </a:scene3d>
        <a:sp3d prstMaterial="metal">
          <a:bevelT w="88900" h="88900"/>
        </a:sp3d>
      </dgm:spPr>
    </dgm:pt>
    <dgm:pt modelId="{7A7DEF19-6505-4335-AF7D-57C0AD75BE87}" type="pres">
      <dgm:prSet presAssocID="{3B926DBD-FEE6-4892-ABDE-B58E070762A4}" presName="rootText" presStyleLbl="node1" presStyleIdx="2" presStyleCnt="3"/>
      <dgm:spPr/>
    </dgm:pt>
    <dgm:pt modelId="{0ACBFD92-69DA-474E-A5F6-80E06E229716}" type="pres">
      <dgm:prSet presAssocID="{3B926DBD-FEE6-4892-ABDE-B58E070762A4}" presName="rootConnector" presStyleLbl="node1" presStyleIdx="2" presStyleCnt="3"/>
      <dgm:spPr/>
    </dgm:pt>
    <dgm:pt modelId="{262EBE0C-2C3D-45B0-9FBF-337067C4AFD9}" type="pres">
      <dgm:prSet presAssocID="{3B926DBD-FEE6-4892-ABDE-B58E070762A4}" presName="childShape" presStyleCnt="0"/>
      <dgm:spPr>
        <a:scene3d>
          <a:camera prst="orthographicFront">
            <a:rot lat="0" lon="0" rev="0"/>
          </a:camera>
          <a:lightRig rig="contrasting" dir="t">
            <a:rot lat="0" lon="0" rev="1500000"/>
          </a:lightRig>
        </a:scene3d>
        <a:sp3d prstMaterial="metal">
          <a:bevelT w="88900" h="88900"/>
        </a:sp3d>
      </dgm:spPr>
    </dgm:pt>
    <dgm:pt modelId="{3F71A062-A2AC-4D4B-9C7C-D0A6C51A85F5}" type="pres">
      <dgm:prSet presAssocID="{ABFD633C-279D-4ADB-AD15-AE69E7EDFCA7}" presName="Name13" presStyleLbl="parChTrans1D2" presStyleIdx="5" presStyleCnt="9"/>
      <dgm:spPr/>
    </dgm:pt>
    <dgm:pt modelId="{1E47FD43-10E4-46AC-81A9-06AAB725C1D2}" type="pres">
      <dgm:prSet presAssocID="{C5BF3841-FD38-4786-9F98-7CF663DAEDD4}" presName="childText" presStyleLbl="bgAcc1" presStyleIdx="5" presStyleCnt="9">
        <dgm:presLayoutVars>
          <dgm:bulletEnabled val="1"/>
        </dgm:presLayoutVars>
      </dgm:prSet>
      <dgm:spPr>
        <a:xfrm>
          <a:off x="3124213" y="682695"/>
          <a:ext cx="873769" cy="546105"/>
        </a:xfrm>
        <a:prstGeom prst="roundRect">
          <a:avLst>
            <a:gd name="adj" fmla="val 10000"/>
          </a:avLst>
        </a:prstGeom>
      </dgm:spPr>
    </dgm:pt>
    <dgm:pt modelId="{74FE7023-4164-48A1-BA05-D22CA84D9305}" type="pres">
      <dgm:prSet presAssocID="{D0566D72-49A4-4BDC-B1FF-18338FA6E803}" presName="Name13" presStyleLbl="parChTrans1D2" presStyleIdx="6" presStyleCnt="9"/>
      <dgm:spPr/>
    </dgm:pt>
    <dgm:pt modelId="{328F6CF5-535A-43BA-8BD5-29DE809F9AD0}" type="pres">
      <dgm:prSet presAssocID="{2FFDCC28-0548-4F6C-90E4-290596F5C68F}" presName="childText" presStyleLbl="bgAcc1" presStyleIdx="6" presStyleCnt="9">
        <dgm:presLayoutVars>
          <dgm:bulletEnabled val="1"/>
        </dgm:presLayoutVars>
      </dgm:prSet>
      <dgm:spPr>
        <a:xfrm>
          <a:off x="3124213" y="2047960"/>
          <a:ext cx="873769" cy="546105"/>
        </a:xfrm>
        <a:prstGeom prst="roundRect">
          <a:avLst>
            <a:gd name="adj" fmla="val 10000"/>
          </a:avLst>
        </a:prstGeom>
      </dgm:spPr>
    </dgm:pt>
    <dgm:pt modelId="{C87FC0D4-8C63-41EC-A4D4-96BFEEC31DB2}" type="pres">
      <dgm:prSet presAssocID="{BEE8E7E8-F307-444F-8E74-045F854B5AC9}" presName="Name13" presStyleLbl="parChTrans1D2" presStyleIdx="7" presStyleCnt="9"/>
      <dgm:spPr/>
    </dgm:pt>
    <dgm:pt modelId="{D725DDDD-E9EF-4003-8E3C-656B8508D3F5}" type="pres">
      <dgm:prSet presAssocID="{ACF9A8A4-488C-4B8D-BF9B-08934B65474A}" presName="childText" presStyleLbl="bgAcc1" presStyleIdx="7" presStyleCnt="9">
        <dgm:presLayoutVars>
          <dgm:bulletEnabled val="1"/>
        </dgm:presLayoutVars>
      </dgm:prSet>
      <dgm:spPr>
        <a:xfrm>
          <a:off x="3124213" y="3413224"/>
          <a:ext cx="873769" cy="546105"/>
        </a:xfrm>
        <a:prstGeom prst="roundRect">
          <a:avLst>
            <a:gd name="adj" fmla="val 10000"/>
          </a:avLst>
        </a:prstGeom>
      </dgm:spPr>
    </dgm:pt>
    <dgm:pt modelId="{02E6CD7D-E972-40DA-B315-C0292D32EAAF}" type="pres">
      <dgm:prSet presAssocID="{406F9975-1021-4F93-8F50-576DABE81F2F}" presName="Name13" presStyleLbl="parChTrans1D2" presStyleIdx="8" presStyleCnt="9"/>
      <dgm:spPr/>
    </dgm:pt>
    <dgm:pt modelId="{62E1B186-D4BE-4B0E-9A6C-4CEA9D497F03}" type="pres">
      <dgm:prSet presAssocID="{F8B3569D-98F1-49AA-9A27-72F91B10FD75}" presName="childText" presStyleLbl="bgAcc1" presStyleIdx="8" presStyleCnt="9">
        <dgm:presLayoutVars>
          <dgm:bulletEnabled val="1"/>
        </dgm:presLayoutVars>
      </dgm:prSet>
      <dgm:spPr/>
    </dgm:pt>
  </dgm:ptLst>
  <dgm:cxnLst>
    <dgm:cxn modelId="{BC94DF0E-1E9D-4DAB-92CF-BC2FF10CADE7}" srcId="{744E53C6-095B-4B05-8D13-39A4EF52DDBD}" destId="{71282F91-F8E2-4F7C-A339-ECE42EE610EC}" srcOrd="0" destOrd="0" parTransId="{F3123380-BFEC-4184-A160-43DB2254FCFB}" sibTransId="{734015D5-5509-4F18-8ADF-9A9ED3DCDA2E}"/>
    <dgm:cxn modelId="{877F3012-7234-4426-A2A9-6D9641E8BDAD}" type="presOf" srcId="{ABFD633C-279D-4ADB-AD15-AE69E7EDFCA7}" destId="{3F71A062-A2AC-4D4B-9C7C-D0A6C51A85F5}" srcOrd="0" destOrd="0" presId="urn:microsoft.com/office/officeart/2005/8/layout/hierarchy3"/>
    <dgm:cxn modelId="{C4E6C125-D885-4625-BDA2-CC6AB89CAAFE}" type="presOf" srcId="{3150808A-9EBB-4673-9B26-5CFE9F9D6C7B}" destId="{F15ADAF6-4789-4C1C-9533-F604869B024E}" srcOrd="0" destOrd="0" presId="urn:microsoft.com/office/officeart/2005/8/layout/hierarchy3"/>
    <dgm:cxn modelId="{6A6C2426-613B-4642-A2CF-DE9A48A3E144}" type="presOf" srcId="{3B926DBD-FEE6-4892-ABDE-B58E070762A4}" destId="{7A7DEF19-6505-4335-AF7D-57C0AD75BE87}" srcOrd="0" destOrd="0" presId="urn:microsoft.com/office/officeart/2005/8/layout/hierarchy3"/>
    <dgm:cxn modelId="{DA7D1027-2017-4211-894D-D94E53F3A437}" type="presOf" srcId="{C5BF3841-FD38-4786-9F98-7CF663DAEDD4}" destId="{1E47FD43-10E4-46AC-81A9-06AAB725C1D2}" srcOrd="0" destOrd="0" presId="urn:microsoft.com/office/officeart/2005/8/layout/hierarchy3"/>
    <dgm:cxn modelId="{103ABC2B-57C8-410D-801D-2253B5B54B5A}" type="presOf" srcId="{F8B3569D-98F1-49AA-9A27-72F91B10FD75}" destId="{62E1B186-D4BE-4B0E-9A6C-4CEA9D497F03}" srcOrd="0" destOrd="0" presId="urn:microsoft.com/office/officeart/2005/8/layout/hierarchy3"/>
    <dgm:cxn modelId="{828F6331-015D-420B-A055-8A8C5B0218C3}" type="presOf" srcId="{3150808A-9EBB-4673-9B26-5CFE9F9D6C7B}" destId="{A868A80C-1EA9-4927-947C-94C454E12A48}" srcOrd="1" destOrd="0" presId="urn:microsoft.com/office/officeart/2005/8/layout/hierarchy3"/>
    <dgm:cxn modelId="{689EED34-F879-4008-9B07-54880199477F}" type="presOf" srcId="{ACF9A8A4-488C-4B8D-BF9B-08934B65474A}" destId="{D725DDDD-E9EF-4003-8E3C-656B8508D3F5}" srcOrd="0" destOrd="0" presId="urn:microsoft.com/office/officeart/2005/8/layout/hierarchy3"/>
    <dgm:cxn modelId="{07972F36-E9C6-4738-ABC8-07B42B9D9DFA}" type="presOf" srcId="{0442DC02-DC94-4EBC-B5CD-87E5A6E24ECA}" destId="{F2B7A670-880A-4BEE-86A0-EDAEF3A1C381}" srcOrd="0" destOrd="0" presId="urn:microsoft.com/office/officeart/2005/8/layout/hierarchy3"/>
    <dgm:cxn modelId="{44967541-5F0E-44C3-851F-C25CDE57D1D6}" type="presOf" srcId="{5B74DE15-4A79-450B-B03D-0DE2D712FF4C}" destId="{2220DEF3-1419-47FF-ACAC-1E0E706D979B}" srcOrd="0" destOrd="0" presId="urn:microsoft.com/office/officeart/2005/8/layout/hierarchy3"/>
    <dgm:cxn modelId="{2742F866-02FC-4B5D-93EF-2512F2EDA99C}" type="presOf" srcId="{F17AE1CC-B3D7-427D-B8C1-4FBB6256625A}" destId="{C91E7876-312E-4370-B806-6C53A5C8DB72}" srcOrd="0" destOrd="0" presId="urn:microsoft.com/office/officeart/2005/8/layout/hierarchy3"/>
    <dgm:cxn modelId="{17CAFE48-BA23-4640-A83A-AAC3D61DF071}" type="presOf" srcId="{D0566D72-49A4-4BDC-B1FF-18338FA6E803}" destId="{74FE7023-4164-48A1-BA05-D22CA84D9305}" srcOrd="0" destOrd="0" presId="urn:microsoft.com/office/officeart/2005/8/layout/hierarchy3"/>
    <dgm:cxn modelId="{2A0D8B50-4821-4C7A-BA4C-E92FB93C90D1}" srcId="{3B926DBD-FEE6-4892-ABDE-B58E070762A4}" destId="{ACF9A8A4-488C-4B8D-BF9B-08934B65474A}" srcOrd="2" destOrd="0" parTransId="{BEE8E7E8-F307-444F-8E74-045F854B5AC9}" sibTransId="{53C8266B-162F-4946-B24D-379570CE29AA}"/>
    <dgm:cxn modelId="{39371D59-2CDA-44E3-8925-395A5932B140}" srcId="{3B926DBD-FEE6-4892-ABDE-B58E070762A4}" destId="{2FFDCC28-0548-4F6C-90E4-290596F5C68F}" srcOrd="1" destOrd="0" parTransId="{D0566D72-49A4-4BDC-B1FF-18338FA6E803}" sibTransId="{5D4DA45C-6FC8-4375-9277-0D1A0E962880}"/>
    <dgm:cxn modelId="{61E59E5A-9399-44BF-8444-078EC7543DF7}" srcId="{3150808A-9EBB-4673-9B26-5CFE9F9D6C7B}" destId="{D6CC2251-FF84-4566-96A5-CC2F8C283B4D}" srcOrd="2" destOrd="0" parTransId="{9E02892B-C015-4C5E-8222-963E652D1149}" sibTransId="{628B671F-75C9-49F8-9AB9-0E26F4F183D2}"/>
    <dgm:cxn modelId="{B99BEE86-7DAB-49A4-B140-AFD882A3AF9D}" srcId="{71282F91-F8E2-4F7C-A339-ECE42EE610EC}" destId="{5B74DE15-4A79-450B-B03D-0DE2D712FF4C}" srcOrd="0" destOrd="0" parTransId="{0442DC02-DC94-4EBC-B5CD-87E5A6E24ECA}" sibTransId="{236CA1D9-6271-4605-9977-53F965989079}"/>
    <dgm:cxn modelId="{29EDA28C-0CDE-49CE-A935-4BACEFF4AAA4}" srcId="{3B926DBD-FEE6-4892-ABDE-B58E070762A4}" destId="{F8B3569D-98F1-49AA-9A27-72F91B10FD75}" srcOrd="3" destOrd="0" parTransId="{406F9975-1021-4F93-8F50-576DABE81F2F}" sibTransId="{DD7D8069-B539-44FF-952D-F0CCC7B56FA2}"/>
    <dgm:cxn modelId="{625C8593-FA9A-46E5-A0ED-95C0A19CD923}" type="presOf" srcId="{9E02892B-C015-4C5E-8222-963E652D1149}" destId="{DECCAD2C-5884-4647-AEEF-BC11B465FBC0}" srcOrd="0" destOrd="0" presId="urn:microsoft.com/office/officeart/2005/8/layout/hierarchy3"/>
    <dgm:cxn modelId="{EC557295-E6FD-4AC6-BA81-B8CB586AC308}" type="presOf" srcId="{D151C4A9-0CF3-4718-9E26-0C2143E2E948}" destId="{849AB0F7-0607-42BE-BAF1-471B11821BE6}" srcOrd="0" destOrd="0" presId="urn:microsoft.com/office/officeart/2005/8/layout/hierarchy3"/>
    <dgm:cxn modelId="{572AC59B-D443-4CB9-BDD4-D2B4212FAFD6}" type="presOf" srcId="{D6CC2251-FF84-4566-96A5-CC2F8C283B4D}" destId="{8F263772-7F21-43B3-91D7-9945F281F5ED}" srcOrd="0" destOrd="0" presId="urn:microsoft.com/office/officeart/2005/8/layout/hierarchy3"/>
    <dgm:cxn modelId="{2C1CB8A7-B713-473F-BFE2-D0903FCBA42A}" srcId="{3150808A-9EBB-4673-9B26-5CFE9F9D6C7B}" destId="{3D00FB1A-CA8B-4454-A1AF-4BA9CD574BE3}" srcOrd="0" destOrd="0" parTransId="{73FFAE53-F407-4986-BFD3-CCD6BC8BD3B0}" sibTransId="{BB26FB01-D23C-4D28-B7BB-9A2AEA2225DB}"/>
    <dgm:cxn modelId="{565976B3-6A8B-4294-A245-C6A7CBA83F3E}" type="presOf" srcId="{71282F91-F8E2-4F7C-A339-ECE42EE610EC}" destId="{FE88110F-21F8-4457-8C99-06F9B9F9F99E}" srcOrd="1" destOrd="0" presId="urn:microsoft.com/office/officeart/2005/8/layout/hierarchy3"/>
    <dgm:cxn modelId="{ECFBEFB4-8064-456D-956A-3D829BC9E9F9}" type="presOf" srcId="{3B926DBD-FEE6-4892-ABDE-B58E070762A4}" destId="{0ACBFD92-69DA-474E-A5F6-80E06E229716}" srcOrd="1" destOrd="0" presId="urn:microsoft.com/office/officeart/2005/8/layout/hierarchy3"/>
    <dgm:cxn modelId="{732A98C7-C865-400C-B23C-E56AF4DC6000}" srcId="{71282F91-F8E2-4F7C-A339-ECE42EE610EC}" destId="{840436BF-E3EB-42A8-84AF-1F1B588DB9C6}" srcOrd="1" destOrd="0" parTransId="{D151C4A9-0CF3-4718-9E26-0C2143E2E948}" sibTransId="{C8409856-9634-4030-9B0D-E8E874AD0F2A}"/>
    <dgm:cxn modelId="{3BA6F9C9-A52F-4FF2-A57E-B3AE8CCE1837}" srcId="{3150808A-9EBB-4673-9B26-5CFE9F9D6C7B}" destId="{F17AE1CC-B3D7-427D-B8C1-4FBB6256625A}" srcOrd="1" destOrd="0" parTransId="{B82B092B-42F8-46AF-9145-E209FDECE995}" sibTransId="{BE28833F-A704-4D52-B42E-DBD1F2DE982C}"/>
    <dgm:cxn modelId="{A5F1F4CA-9F5E-4D85-A823-08A76CD4CEDC}" type="presOf" srcId="{406F9975-1021-4F93-8F50-576DABE81F2F}" destId="{02E6CD7D-E972-40DA-B315-C0292D32EAAF}" srcOrd="0" destOrd="0" presId="urn:microsoft.com/office/officeart/2005/8/layout/hierarchy3"/>
    <dgm:cxn modelId="{B7E3D5CC-5348-42A9-88E4-3749C4B46060}" type="presOf" srcId="{73FFAE53-F407-4986-BFD3-CCD6BC8BD3B0}" destId="{2569D6F2-3C4C-46CE-814D-06AE61A65FA7}" srcOrd="0" destOrd="0" presId="urn:microsoft.com/office/officeart/2005/8/layout/hierarchy3"/>
    <dgm:cxn modelId="{82998FDC-6B12-4A51-9733-02F35475CD4A}" type="presOf" srcId="{BEE8E7E8-F307-444F-8E74-045F854B5AC9}" destId="{C87FC0D4-8C63-41EC-A4D4-96BFEEC31DB2}" srcOrd="0" destOrd="0" presId="urn:microsoft.com/office/officeart/2005/8/layout/hierarchy3"/>
    <dgm:cxn modelId="{CB3FF6DE-FC74-4EB1-BCFA-89819FA07F43}" type="presOf" srcId="{744E53C6-095B-4B05-8D13-39A4EF52DDBD}" destId="{DC8DB09D-2DED-404C-A8FE-2E84C87BEBDB}" srcOrd="0" destOrd="0" presId="urn:microsoft.com/office/officeart/2005/8/layout/hierarchy3"/>
    <dgm:cxn modelId="{A61411E5-B03C-4C71-9A37-5C378DBAABDE}" type="presOf" srcId="{840436BF-E3EB-42A8-84AF-1F1B588DB9C6}" destId="{B9CC1B5B-6FD8-4C6A-9278-7F9ABE047AB3}" srcOrd="0" destOrd="0" presId="urn:microsoft.com/office/officeart/2005/8/layout/hierarchy3"/>
    <dgm:cxn modelId="{675242EA-98C9-44AD-AB61-AEB927E88337}" type="presOf" srcId="{B82B092B-42F8-46AF-9145-E209FDECE995}" destId="{8927988F-3FC2-4081-8683-A410363922CF}" srcOrd="0" destOrd="0" presId="urn:microsoft.com/office/officeart/2005/8/layout/hierarchy3"/>
    <dgm:cxn modelId="{C4A89BEA-8106-4D37-8F72-97BC3C8A0639}" type="presOf" srcId="{3D00FB1A-CA8B-4454-A1AF-4BA9CD574BE3}" destId="{0860CD42-1126-4C10-A2E8-10C20F208FB6}" srcOrd="0" destOrd="0" presId="urn:microsoft.com/office/officeart/2005/8/layout/hierarchy3"/>
    <dgm:cxn modelId="{5E7E31ED-51D0-4684-9F9E-61A269672CC3}" srcId="{744E53C6-095B-4B05-8D13-39A4EF52DDBD}" destId="{3150808A-9EBB-4673-9B26-5CFE9F9D6C7B}" srcOrd="1" destOrd="0" parTransId="{59C8CB82-711D-4F88-9209-A7175460F160}" sibTransId="{877D3143-EA0D-47D9-8617-7711A531C4C7}"/>
    <dgm:cxn modelId="{B06BD7ED-3B7C-44E7-9B0A-3970B1665DD5}" srcId="{744E53C6-095B-4B05-8D13-39A4EF52DDBD}" destId="{3B926DBD-FEE6-4892-ABDE-B58E070762A4}" srcOrd="2" destOrd="0" parTransId="{F0436857-3739-488A-9896-9707FAA22E9B}" sibTransId="{D792D956-765B-49C7-A238-D14ED549A8FC}"/>
    <dgm:cxn modelId="{A2D596F3-D973-4510-8259-0F604679E871}" type="presOf" srcId="{71282F91-F8E2-4F7C-A339-ECE42EE610EC}" destId="{99A5F7EC-2B9F-471B-ADA6-D02148EB4A06}" srcOrd="0" destOrd="0" presId="urn:microsoft.com/office/officeart/2005/8/layout/hierarchy3"/>
    <dgm:cxn modelId="{5701CFFA-1769-4985-8045-DBF026DEA09D}" srcId="{3B926DBD-FEE6-4892-ABDE-B58E070762A4}" destId="{C5BF3841-FD38-4786-9F98-7CF663DAEDD4}" srcOrd="0" destOrd="0" parTransId="{ABFD633C-279D-4ADB-AD15-AE69E7EDFCA7}" sibTransId="{26E06FC9-D3F7-48FE-A709-A831CCD34A5C}"/>
    <dgm:cxn modelId="{322B88FE-FCEE-430C-B5BB-18D70B5338C3}" type="presOf" srcId="{2FFDCC28-0548-4F6C-90E4-290596F5C68F}" destId="{328F6CF5-535A-43BA-8BD5-29DE809F9AD0}" srcOrd="0" destOrd="0" presId="urn:microsoft.com/office/officeart/2005/8/layout/hierarchy3"/>
    <dgm:cxn modelId="{929E35AD-CA34-45C5-800E-2A824058FF15}" type="presParOf" srcId="{DC8DB09D-2DED-404C-A8FE-2E84C87BEBDB}" destId="{E5F74878-F2E2-4679-8BFE-DC0DDA10E541}" srcOrd="0" destOrd="0" presId="urn:microsoft.com/office/officeart/2005/8/layout/hierarchy3"/>
    <dgm:cxn modelId="{B8E330FA-85F4-40CE-9F12-D3E7D0D8168F}" type="presParOf" srcId="{E5F74878-F2E2-4679-8BFE-DC0DDA10E541}" destId="{E4E84676-E93E-43B4-B7C4-FED8E9063DA7}" srcOrd="0" destOrd="0" presId="urn:microsoft.com/office/officeart/2005/8/layout/hierarchy3"/>
    <dgm:cxn modelId="{DCE418E2-9455-4603-8A60-471930969766}" type="presParOf" srcId="{E4E84676-E93E-43B4-B7C4-FED8E9063DA7}" destId="{99A5F7EC-2B9F-471B-ADA6-D02148EB4A06}" srcOrd="0" destOrd="0" presId="urn:microsoft.com/office/officeart/2005/8/layout/hierarchy3"/>
    <dgm:cxn modelId="{0BBD23AA-39C4-4D72-BBA9-09F92985C9EF}" type="presParOf" srcId="{E4E84676-E93E-43B4-B7C4-FED8E9063DA7}" destId="{FE88110F-21F8-4457-8C99-06F9B9F9F99E}" srcOrd="1" destOrd="0" presId="urn:microsoft.com/office/officeart/2005/8/layout/hierarchy3"/>
    <dgm:cxn modelId="{FA1D72A8-2407-40FE-BC64-B60063B0E8B7}" type="presParOf" srcId="{E5F74878-F2E2-4679-8BFE-DC0DDA10E541}" destId="{5472E54E-FCD7-4A5D-B8C7-1F71F43CAB59}" srcOrd="1" destOrd="0" presId="urn:microsoft.com/office/officeart/2005/8/layout/hierarchy3"/>
    <dgm:cxn modelId="{99ED4C94-C61D-49F3-AE29-475315A27367}" type="presParOf" srcId="{5472E54E-FCD7-4A5D-B8C7-1F71F43CAB59}" destId="{F2B7A670-880A-4BEE-86A0-EDAEF3A1C381}" srcOrd="0" destOrd="0" presId="urn:microsoft.com/office/officeart/2005/8/layout/hierarchy3"/>
    <dgm:cxn modelId="{3F673421-F30C-4F3A-A2E4-0CE01D129CA2}" type="presParOf" srcId="{5472E54E-FCD7-4A5D-B8C7-1F71F43CAB59}" destId="{2220DEF3-1419-47FF-ACAC-1E0E706D979B}" srcOrd="1" destOrd="0" presId="urn:microsoft.com/office/officeart/2005/8/layout/hierarchy3"/>
    <dgm:cxn modelId="{08527FBA-8055-4A5C-A9FB-8579C75C32A1}" type="presParOf" srcId="{5472E54E-FCD7-4A5D-B8C7-1F71F43CAB59}" destId="{849AB0F7-0607-42BE-BAF1-471B11821BE6}" srcOrd="2" destOrd="0" presId="urn:microsoft.com/office/officeart/2005/8/layout/hierarchy3"/>
    <dgm:cxn modelId="{5BF15A33-AB02-4CD7-A2BA-673B15D60E45}" type="presParOf" srcId="{5472E54E-FCD7-4A5D-B8C7-1F71F43CAB59}" destId="{B9CC1B5B-6FD8-4C6A-9278-7F9ABE047AB3}" srcOrd="3" destOrd="0" presId="urn:microsoft.com/office/officeart/2005/8/layout/hierarchy3"/>
    <dgm:cxn modelId="{F9A08C8A-ACBE-4DC2-B5DE-39715B3F6132}" type="presParOf" srcId="{DC8DB09D-2DED-404C-A8FE-2E84C87BEBDB}" destId="{BBF7A6DE-ED10-458B-B30A-76DFBD526BDA}" srcOrd="1" destOrd="0" presId="urn:microsoft.com/office/officeart/2005/8/layout/hierarchy3"/>
    <dgm:cxn modelId="{B88D58FA-5834-4951-87B2-49450C8BBECF}" type="presParOf" srcId="{BBF7A6DE-ED10-458B-B30A-76DFBD526BDA}" destId="{B0863205-2571-4BD6-BEA3-E87291F72DFE}" srcOrd="0" destOrd="0" presId="urn:microsoft.com/office/officeart/2005/8/layout/hierarchy3"/>
    <dgm:cxn modelId="{40941CF1-5FF0-49ED-8D74-9D1ECEEC8540}" type="presParOf" srcId="{B0863205-2571-4BD6-BEA3-E87291F72DFE}" destId="{F15ADAF6-4789-4C1C-9533-F604869B024E}" srcOrd="0" destOrd="0" presId="urn:microsoft.com/office/officeart/2005/8/layout/hierarchy3"/>
    <dgm:cxn modelId="{95E5CB90-9DE5-4151-9B0D-0345081CBE2A}" type="presParOf" srcId="{B0863205-2571-4BD6-BEA3-E87291F72DFE}" destId="{A868A80C-1EA9-4927-947C-94C454E12A48}" srcOrd="1" destOrd="0" presId="urn:microsoft.com/office/officeart/2005/8/layout/hierarchy3"/>
    <dgm:cxn modelId="{B41C0F8B-9EEB-4912-93E0-135332CC120A}" type="presParOf" srcId="{BBF7A6DE-ED10-458B-B30A-76DFBD526BDA}" destId="{ED89E59E-41D3-4F95-9031-C2ADA17DBC0E}" srcOrd="1" destOrd="0" presId="urn:microsoft.com/office/officeart/2005/8/layout/hierarchy3"/>
    <dgm:cxn modelId="{50EB9A7F-C193-41B5-A403-9F45E09A186B}" type="presParOf" srcId="{ED89E59E-41D3-4F95-9031-C2ADA17DBC0E}" destId="{2569D6F2-3C4C-46CE-814D-06AE61A65FA7}" srcOrd="0" destOrd="0" presId="urn:microsoft.com/office/officeart/2005/8/layout/hierarchy3"/>
    <dgm:cxn modelId="{A0E30504-0039-4586-9848-1D38DE7599FE}" type="presParOf" srcId="{ED89E59E-41D3-4F95-9031-C2ADA17DBC0E}" destId="{0860CD42-1126-4C10-A2E8-10C20F208FB6}" srcOrd="1" destOrd="0" presId="urn:microsoft.com/office/officeart/2005/8/layout/hierarchy3"/>
    <dgm:cxn modelId="{ECDCBA3C-4721-4685-9DC5-4A7A4B371442}" type="presParOf" srcId="{ED89E59E-41D3-4F95-9031-C2ADA17DBC0E}" destId="{8927988F-3FC2-4081-8683-A410363922CF}" srcOrd="2" destOrd="0" presId="urn:microsoft.com/office/officeart/2005/8/layout/hierarchy3"/>
    <dgm:cxn modelId="{86AC9349-BBC2-48DC-9040-C75D3C67F5E6}" type="presParOf" srcId="{ED89E59E-41D3-4F95-9031-C2ADA17DBC0E}" destId="{C91E7876-312E-4370-B806-6C53A5C8DB72}" srcOrd="3" destOrd="0" presId="urn:microsoft.com/office/officeart/2005/8/layout/hierarchy3"/>
    <dgm:cxn modelId="{8F22223F-1D00-4134-B2A4-4FD6D899AAB9}" type="presParOf" srcId="{ED89E59E-41D3-4F95-9031-C2ADA17DBC0E}" destId="{DECCAD2C-5884-4647-AEEF-BC11B465FBC0}" srcOrd="4" destOrd="0" presId="urn:microsoft.com/office/officeart/2005/8/layout/hierarchy3"/>
    <dgm:cxn modelId="{66E69BE7-DCD9-4E01-A29A-A77D37C596EA}" type="presParOf" srcId="{ED89E59E-41D3-4F95-9031-C2ADA17DBC0E}" destId="{8F263772-7F21-43B3-91D7-9945F281F5ED}" srcOrd="5" destOrd="0" presId="urn:microsoft.com/office/officeart/2005/8/layout/hierarchy3"/>
    <dgm:cxn modelId="{EDBF2E0F-B4AD-4357-A73B-99EE20E9BED1}" type="presParOf" srcId="{DC8DB09D-2DED-404C-A8FE-2E84C87BEBDB}" destId="{2031A5D1-7B0B-4EF5-8ABE-D976BF6B94AD}" srcOrd="2" destOrd="0" presId="urn:microsoft.com/office/officeart/2005/8/layout/hierarchy3"/>
    <dgm:cxn modelId="{7B8AC90B-9D02-493F-A2EB-8A10B65D5D1D}" type="presParOf" srcId="{2031A5D1-7B0B-4EF5-8ABE-D976BF6B94AD}" destId="{F820EDB5-349D-4EF8-97ED-732EFB7F43B8}" srcOrd="0" destOrd="0" presId="urn:microsoft.com/office/officeart/2005/8/layout/hierarchy3"/>
    <dgm:cxn modelId="{7E8AFBEE-69AC-4D72-8A66-31C5F29631D1}" type="presParOf" srcId="{F820EDB5-349D-4EF8-97ED-732EFB7F43B8}" destId="{7A7DEF19-6505-4335-AF7D-57C0AD75BE87}" srcOrd="0" destOrd="0" presId="urn:microsoft.com/office/officeart/2005/8/layout/hierarchy3"/>
    <dgm:cxn modelId="{61B25A6E-1386-404F-9F77-56614B7B4587}" type="presParOf" srcId="{F820EDB5-349D-4EF8-97ED-732EFB7F43B8}" destId="{0ACBFD92-69DA-474E-A5F6-80E06E229716}" srcOrd="1" destOrd="0" presId="urn:microsoft.com/office/officeart/2005/8/layout/hierarchy3"/>
    <dgm:cxn modelId="{D8E451E3-2ED1-4D40-AFB1-8B1240DF6075}" type="presParOf" srcId="{2031A5D1-7B0B-4EF5-8ABE-D976BF6B94AD}" destId="{262EBE0C-2C3D-45B0-9FBF-337067C4AFD9}" srcOrd="1" destOrd="0" presId="urn:microsoft.com/office/officeart/2005/8/layout/hierarchy3"/>
    <dgm:cxn modelId="{54112453-1BDB-49B3-94B0-AAB3A90126FA}" type="presParOf" srcId="{262EBE0C-2C3D-45B0-9FBF-337067C4AFD9}" destId="{3F71A062-A2AC-4D4B-9C7C-D0A6C51A85F5}" srcOrd="0" destOrd="0" presId="urn:microsoft.com/office/officeart/2005/8/layout/hierarchy3"/>
    <dgm:cxn modelId="{1D050274-3C91-48AF-8794-9E9692A23A19}" type="presParOf" srcId="{262EBE0C-2C3D-45B0-9FBF-337067C4AFD9}" destId="{1E47FD43-10E4-46AC-81A9-06AAB725C1D2}" srcOrd="1" destOrd="0" presId="urn:microsoft.com/office/officeart/2005/8/layout/hierarchy3"/>
    <dgm:cxn modelId="{2FDE6FF3-0239-42AC-A6D6-A323DB4B05B4}" type="presParOf" srcId="{262EBE0C-2C3D-45B0-9FBF-337067C4AFD9}" destId="{74FE7023-4164-48A1-BA05-D22CA84D9305}" srcOrd="2" destOrd="0" presId="urn:microsoft.com/office/officeart/2005/8/layout/hierarchy3"/>
    <dgm:cxn modelId="{2C86D8BD-7E82-440E-B403-39A93FE10E57}" type="presParOf" srcId="{262EBE0C-2C3D-45B0-9FBF-337067C4AFD9}" destId="{328F6CF5-535A-43BA-8BD5-29DE809F9AD0}" srcOrd="3" destOrd="0" presId="urn:microsoft.com/office/officeart/2005/8/layout/hierarchy3"/>
    <dgm:cxn modelId="{4363C893-59A9-4D3B-AF1B-D36BFF09F55E}" type="presParOf" srcId="{262EBE0C-2C3D-45B0-9FBF-337067C4AFD9}" destId="{C87FC0D4-8C63-41EC-A4D4-96BFEEC31DB2}" srcOrd="4" destOrd="0" presId="urn:microsoft.com/office/officeart/2005/8/layout/hierarchy3"/>
    <dgm:cxn modelId="{9710500D-0254-4BCD-AB7E-04E6313F2013}" type="presParOf" srcId="{262EBE0C-2C3D-45B0-9FBF-337067C4AFD9}" destId="{D725DDDD-E9EF-4003-8E3C-656B8508D3F5}" srcOrd="5" destOrd="0" presId="urn:microsoft.com/office/officeart/2005/8/layout/hierarchy3"/>
    <dgm:cxn modelId="{D515C4AF-6F20-490E-8E1C-2ABBEA528619}" type="presParOf" srcId="{262EBE0C-2C3D-45B0-9FBF-337067C4AFD9}" destId="{02E6CD7D-E972-40DA-B315-C0292D32EAAF}" srcOrd="6" destOrd="0" presId="urn:microsoft.com/office/officeart/2005/8/layout/hierarchy3"/>
    <dgm:cxn modelId="{EA7770A1-238F-4739-9A73-1CD04846052F}" type="presParOf" srcId="{262EBE0C-2C3D-45B0-9FBF-337067C4AFD9}" destId="{62E1B186-D4BE-4B0E-9A6C-4CEA9D497F03}" srcOrd="7" destOrd="0" presId="urn:microsoft.com/office/officeart/2005/8/layout/hierarchy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9A5F7EC-2B9F-471B-ADA6-D02148EB4A06}">
      <dsp:nvSpPr>
        <dsp:cNvPr id="0" name=""/>
        <dsp:cNvSpPr/>
      </dsp:nvSpPr>
      <dsp:spPr>
        <a:xfrm>
          <a:off x="446269" y="1733"/>
          <a:ext cx="1231976" cy="61598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shade val="50000"/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3">
                <a:shade val="50000"/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3">
                <a:shade val="50000"/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500000"/>
          </a:lightRig>
        </a:scene3d>
        <a:sp3d prstMaterial="metal">
          <a:bevelT w="88900" h="88900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5720" tIns="30480" rIns="45720" bIns="30480" numCol="1" spcCol="1270" anchor="ctr" anchorCtr="0">
          <a:noAutofit/>
        </a:bodyPr>
        <a:lstStyle/>
        <a:p>
          <a:pPr marL="0" lvl="0" indent="0" algn="ctr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0" i="0" u="none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Fuel</a:t>
          </a:r>
          <a:endParaRPr lang="en-GB" sz="2400" u="none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464311" y="19775"/>
        <a:ext cx="1195892" cy="579904"/>
      </dsp:txXfrm>
    </dsp:sp>
    <dsp:sp modelId="{F2B7A670-880A-4BEE-86A0-EDAEF3A1C381}">
      <dsp:nvSpPr>
        <dsp:cNvPr id="0" name=""/>
        <dsp:cNvSpPr/>
      </dsp:nvSpPr>
      <dsp:spPr>
        <a:xfrm>
          <a:off x="569467" y="617721"/>
          <a:ext cx="123197" cy="77214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772147"/>
              </a:lnTo>
              <a:lnTo>
                <a:pt x="123197" y="772147"/>
              </a:lnTo>
            </a:path>
          </a:pathLst>
        </a:custGeom>
        <a:noFill/>
        <a:ln w="25400" cap="flat" cmpd="sng" algn="ctr">
          <a:solidFill>
            <a:schemeClr val="accent3">
              <a:tint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>
            <a:rot lat="0" lon="0" rev="0"/>
          </a:camera>
          <a:lightRig rig="contrasting" dir="t">
            <a:rot lat="0" lon="0" rev="1500000"/>
          </a:lightRig>
        </a:scene3d>
        <a:sp3d z="-40000" prstMaterial="metal">
          <a:bevelT w="88900" h="88900"/>
        </a:sp3d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220DEF3-1419-47FF-ACAC-1E0E706D979B}">
      <dsp:nvSpPr>
        <dsp:cNvPr id="0" name=""/>
        <dsp:cNvSpPr/>
      </dsp:nvSpPr>
      <dsp:spPr>
        <a:xfrm>
          <a:off x="692665" y="771718"/>
          <a:ext cx="1233701" cy="123630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3">
              <a:shade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>
            <a:rot lat="0" lon="0" rev="0"/>
          </a:camera>
          <a:lightRig rig="contrasting" dir="t">
            <a:rot lat="0" lon="0" rev="1500000"/>
          </a:lightRig>
        </a:scene3d>
        <a:sp3d z="-152400" extrusionH="63500" prstMaterial="dkEdge">
          <a:bevelT w="124450" h="16350" prst="relaxedInset"/>
          <a:contourClr>
            <a:schemeClr val="bg1"/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0" tIns="12700" rIns="19050" bIns="12700" numCol="1" spcCol="1270" anchor="ctr" anchorCtr="0">
          <a:noAutofit/>
        </a:bodyPr>
        <a:lstStyle/>
        <a:p>
          <a:pPr marL="0" lvl="0" indent="0" algn="ctr" defTabSz="4445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i="0" kern="1200" dirty="0">
              <a:solidFill>
                <a:srgbClr val="00206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FuelSave Super,</a:t>
          </a:r>
          <a:br>
            <a:rPr lang="en-US" sz="1400" b="0" i="0" kern="1200" dirty="0">
              <a:solidFill>
                <a:srgbClr val="00206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</a:br>
          <a:r>
            <a:rPr lang="en-US" sz="1400" b="0" i="0" kern="1200" dirty="0">
              <a:solidFill>
                <a:srgbClr val="00206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FuelSave Diesel,</a:t>
          </a:r>
          <a:br>
            <a:rPr lang="en-US" sz="1400" b="0" i="0" kern="1200" dirty="0">
              <a:solidFill>
                <a:srgbClr val="00206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</a:br>
          <a:r>
            <a:rPr lang="en-US" sz="1400" b="0" i="0" kern="1200" dirty="0">
              <a:solidFill>
                <a:srgbClr val="00206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Shell V-Power</a:t>
          </a:r>
          <a:endParaRPr lang="en-GB" sz="1400" b="0" i="0" kern="1200" dirty="0">
            <a:solidFill>
              <a:srgbClr val="002060"/>
            </a:solidFill>
            <a:latin typeface="Times New Roman" panose="02020603050405020304" pitchFamily="18" charset="0"/>
            <a:ea typeface="+mn-ea"/>
            <a:cs typeface="Times New Roman" panose="02020603050405020304" pitchFamily="18" charset="0"/>
          </a:endParaRPr>
        </a:p>
      </dsp:txBody>
      <dsp:txXfrm>
        <a:off x="728799" y="807852"/>
        <a:ext cx="1161433" cy="1164032"/>
      </dsp:txXfrm>
    </dsp:sp>
    <dsp:sp modelId="{849AB0F7-0607-42BE-BAF1-471B11821BE6}">
      <dsp:nvSpPr>
        <dsp:cNvPr id="0" name=""/>
        <dsp:cNvSpPr/>
      </dsp:nvSpPr>
      <dsp:spPr>
        <a:xfrm>
          <a:off x="523747" y="617721"/>
          <a:ext cx="91440" cy="2325682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325682"/>
              </a:lnTo>
              <a:lnTo>
                <a:pt x="88099" y="2325682"/>
              </a:lnTo>
            </a:path>
          </a:pathLst>
        </a:custGeom>
        <a:noFill/>
        <a:ln w="25400" cap="flat" cmpd="sng" algn="ctr">
          <a:solidFill>
            <a:schemeClr val="accent3">
              <a:tint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>
            <a:rot lat="0" lon="0" rev="0"/>
          </a:camera>
          <a:lightRig rig="contrasting" dir="t">
            <a:rot lat="0" lon="0" rev="1500000"/>
          </a:lightRig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9CC1B5B-6FD8-4C6A-9278-7F9ABE047AB3}">
      <dsp:nvSpPr>
        <dsp:cNvPr id="0" name=""/>
        <dsp:cNvSpPr/>
      </dsp:nvSpPr>
      <dsp:spPr>
        <a:xfrm rot="247067">
          <a:off x="611847" y="2162016"/>
          <a:ext cx="1120635" cy="156277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3">
              <a:shade val="50000"/>
              <a:hueOff val="110845"/>
              <a:satOff val="-1849"/>
              <a:lumOff val="9987"/>
              <a:alphaOff val="0"/>
            </a:schemeClr>
          </a:solidFill>
          <a:prstDash val="solid"/>
        </a:ln>
        <a:effectLst/>
        <a:scene3d>
          <a:camera prst="orthographicFront">
            <a:rot lat="0" lon="0" rev="0"/>
          </a:camera>
          <a:lightRig rig="contrasting" dir="t">
            <a:rot lat="0" lon="0" rev="1500000"/>
          </a:lightRig>
        </a:scene3d>
        <a:sp3d z="-152400" extrusionH="63500" prstMaterial="dkEdge">
          <a:bevelT w="124450" h="16350" prst="relaxedInset"/>
          <a:contourClr>
            <a:schemeClr val="bg1"/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0" tIns="12700" rIns="19050" bIns="12700" numCol="1" spcCol="1270" anchor="ctr" anchorCtr="0">
          <a:noAutofit/>
        </a:bodyPr>
        <a:lstStyle/>
        <a:p>
          <a:pPr marL="0" lvl="0" indent="0" algn="ctr" defTabSz="4445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i="0" kern="1200" dirty="0">
              <a:solidFill>
                <a:srgbClr val="00206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Payment system – Cash, Shell card and </a:t>
          </a:r>
          <a:r>
            <a:rPr lang="en-US" sz="1400" b="0" i="0" kern="1200" dirty="0" err="1">
              <a:solidFill>
                <a:srgbClr val="00206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EzyPass</a:t>
          </a:r>
          <a:r>
            <a:rPr lang="en-US" sz="1400" b="0" i="0" kern="1200" dirty="0">
              <a:solidFill>
                <a:srgbClr val="00206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 Card</a:t>
          </a:r>
          <a:endParaRPr lang="en-GB" sz="1400" b="0" i="0" kern="1200" dirty="0">
            <a:solidFill>
              <a:srgbClr val="002060"/>
            </a:solidFill>
            <a:latin typeface="Times New Roman" panose="02020603050405020304" pitchFamily="18" charset="0"/>
            <a:ea typeface="+mn-ea"/>
            <a:cs typeface="Times New Roman" panose="02020603050405020304" pitchFamily="18" charset="0"/>
          </a:endParaRPr>
        </a:p>
      </dsp:txBody>
      <dsp:txXfrm>
        <a:off x="644669" y="2194838"/>
        <a:ext cx="1054991" cy="1497130"/>
      </dsp:txXfrm>
    </dsp:sp>
    <dsp:sp modelId="{F15ADAF6-4789-4C1C-9533-F604869B024E}">
      <dsp:nvSpPr>
        <dsp:cNvPr id="0" name=""/>
        <dsp:cNvSpPr/>
      </dsp:nvSpPr>
      <dsp:spPr>
        <a:xfrm>
          <a:off x="1987965" y="1733"/>
          <a:ext cx="1231976" cy="61598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shade val="50000"/>
                <a:hueOff val="332535"/>
                <a:satOff val="-5548"/>
                <a:lumOff val="29961"/>
                <a:alphaOff val="0"/>
                <a:shade val="51000"/>
                <a:satMod val="130000"/>
              </a:schemeClr>
            </a:gs>
            <a:gs pos="80000">
              <a:schemeClr val="accent3">
                <a:shade val="50000"/>
                <a:hueOff val="332535"/>
                <a:satOff val="-5548"/>
                <a:lumOff val="29961"/>
                <a:alphaOff val="0"/>
                <a:shade val="93000"/>
                <a:satMod val="130000"/>
              </a:schemeClr>
            </a:gs>
            <a:gs pos="100000">
              <a:schemeClr val="accent3">
                <a:shade val="50000"/>
                <a:hueOff val="332535"/>
                <a:satOff val="-5548"/>
                <a:lumOff val="29961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500000"/>
          </a:lightRig>
        </a:scene3d>
        <a:sp3d z="-152400" prstMaterial="metal">
          <a:bevelT w="88900" h="88900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6195" tIns="24130" rIns="36195" bIns="24130" numCol="1" spcCol="1270" anchor="ctr" anchorCtr="0">
          <a:noAutofit/>
        </a:bodyPr>
        <a:lstStyle/>
        <a:p>
          <a:pPr marL="0" lvl="0" indent="0" algn="ctr" defTabSz="8445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i="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Lubricants </a:t>
          </a:r>
          <a:endParaRPr lang="en-GB" sz="19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2006007" y="19775"/>
        <a:ext cx="1195892" cy="579904"/>
      </dsp:txXfrm>
    </dsp:sp>
    <dsp:sp modelId="{2569D6F2-3C4C-46CE-814D-06AE61A65FA7}">
      <dsp:nvSpPr>
        <dsp:cNvPr id="0" name=""/>
        <dsp:cNvSpPr/>
      </dsp:nvSpPr>
      <dsp:spPr>
        <a:xfrm>
          <a:off x="2111163" y="617721"/>
          <a:ext cx="175196" cy="41508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15083"/>
              </a:lnTo>
              <a:lnTo>
                <a:pt x="175196" y="415083"/>
              </a:lnTo>
            </a:path>
          </a:pathLst>
        </a:custGeom>
        <a:noFill/>
        <a:ln w="25400" cap="flat" cmpd="sng" algn="ctr">
          <a:solidFill>
            <a:schemeClr val="accent3">
              <a:tint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>
            <a:rot lat="0" lon="0" rev="0"/>
          </a:camera>
          <a:lightRig rig="contrasting" dir="t">
            <a:rot lat="0" lon="0" rev="1500000"/>
          </a:lightRig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860CD42-1126-4C10-A2E8-10C20F208FB6}">
      <dsp:nvSpPr>
        <dsp:cNvPr id="0" name=""/>
        <dsp:cNvSpPr/>
      </dsp:nvSpPr>
      <dsp:spPr>
        <a:xfrm>
          <a:off x="2286360" y="724811"/>
          <a:ext cx="985581" cy="61598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3">
              <a:shade val="50000"/>
              <a:hueOff val="221690"/>
              <a:satOff val="-3699"/>
              <a:lumOff val="19974"/>
              <a:alphaOff val="0"/>
            </a:schemeClr>
          </a:solidFill>
          <a:prstDash val="solid"/>
        </a:ln>
        <a:effectLst/>
        <a:scene3d>
          <a:camera prst="orthographicFront">
            <a:rot lat="0" lon="0" rev="0"/>
          </a:camera>
          <a:lightRig rig="contrasting" dir="t">
            <a:rot lat="0" lon="0" rev="1500000"/>
          </a:lightRig>
        </a:scene3d>
        <a:sp3d z="-152400" extrusionH="63500" prstMaterial="dkEdge">
          <a:bevelT w="124450" h="16350" prst="relaxedInset"/>
          <a:contourClr>
            <a:schemeClr val="bg1"/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0" tIns="12700" rIns="19050" bIns="12700" numCol="1" spcCol="1270" anchor="ctr" anchorCtr="0">
          <a:noAutofit/>
        </a:bodyPr>
        <a:lstStyle/>
        <a:p>
          <a:pPr marL="0" lvl="0" indent="0" algn="ctr" defTabSz="4445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i="0" kern="1200" dirty="0">
              <a:solidFill>
                <a:srgbClr val="00206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Lube bay services</a:t>
          </a:r>
        </a:p>
      </dsp:txBody>
      <dsp:txXfrm>
        <a:off x="2304402" y="742853"/>
        <a:ext cx="949497" cy="579904"/>
      </dsp:txXfrm>
    </dsp:sp>
    <dsp:sp modelId="{8927988F-3FC2-4081-8683-A410363922CF}">
      <dsp:nvSpPr>
        <dsp:cNvPr id="0" name=""/>
        <dsp:cNvSpPr/>
      </dsp:nvSpPr>
      <dsp:spPr>
        <a:xfrm>
          <a:off x="2111163" y="617721"/>
          <a:ext cx="120960" cy="142046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420469"/>
              </a:lnTo>
              <a:lnTo>
                <a:pt x="120960" y="1420469"/>
              </a:lnTo>
            </a:path>
          </a:pathLst>
        </a:custGeom>
        <a:noFill/>
        <a:ln w="25400" cap="flat" cmpd="sng" algn="ctr">
          <a:solidFill>
            <a:schemeClr val="accent3">
              <a:tint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>
            <a:rot lat="0" lon="0" rev="0"/>
          </a:camera>
          <a:lightRig rig="contrasting" dir="t">
            <a:rot lat="0" lon="0" rev="1500000"/>
          </a:lightRig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91E7876-312E-4370-B806-6C53A5C8DB72}">
      <dsp:nvSpPr>
        <dsp:cNvPr id="0" name=""/>
        <dsp:cNvSpPr/>
      </dsp:nvSpPr>
      <dsp:spPr>
        <a:xfrm>
          <a:off x="2232123" y="1730196"/>
          <a:ext cx="1354385" cy="61598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3">
              <a:shade val="50000"/>
              <a:hueOff val="332535"/>
              <a:satOff val="-5548"/>
              <a:lumOff val="29961"/>
              <a:alphaOff val="0"/>
            </a:schemeClr>
          </a:solidFill>
          <a:prstDash val="solid"/>
        </a:ln>
        <a:effectLst/>
        <a:scene3d>
          <a:camera prst="orthographicFront">
            <a:rot lat="0" lon="0" rev="0"/>
          </a:camera>
          <a:lightRig rig="contrasting" dir="t">
            <a:rot lat="0" lon="0" rev="1500000"/>
          </a:lightRig>
        </a:scene3d>
        <a:sp3d z="-152400" extrusionH="63500" prstMaterial="dkEdge">
          <a:bevelT w="124450" h="16350" prst="relaxedInset"/>
          <a:contourClr>
            <a:schemeClr val="bg1"/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0" tIns="12700" rIns="19050" bIns="12700" numCol="1" spcCol="1270" anchor="ctr" anchorCtr="0">
          <a:noAutofit/>
        </a:bodyPr>
        <a:lstStyle/>
        <a:p>
          <a:pPr marL="0" lvl="0" indent="0" algn="ctr" defTabSz="4445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i="0" kern="1200" dirty="0">
              <a:solidFill>
                <a:srgbClr val="00206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Forecourt Top up </a:t>
          </a:r>
        </a:p>
      </dsp:txBody>
      <dsp:txXfrm>
        <a:off x="2250165" y="1748238"/>
        <a:ext cx="1318301" cy="579904"/>
      </dsp:txXfrm>
    </dsp:sp>
    <dsp:sp modelId="{DECCAD2C-5884-4647-AEEF-BC11B465FBC0}">
      <dsp:nvSpPr>
        <dsp:cNvPr id="0" name=""/>
        <dsp:cNvSpPr/>
      </dsp:nvSpPr>
      <dsp:spPr>
        <a:xfrm>
          <a:off x="2111163" y="617721"/>
          <a:ext cx="374501" cy="241240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412404"/>
              </a:lnTo>
              <a:lnTo>
                <a:pt x="374501" y="2412404"/>
              </a:lnTo>
            </a:path>
          </a:pathLst>
        </a:custGeom>
        <a:noFill/>
        <a:ln w="25400" cap="flat" cmpd="sng" algn="ctr">
          <a:solidFill>
            <a:schemeClr val="accent3">
              <a:tint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>
            <a:rot lat="0" lon="0" rev="0"/>
          </a:camera>
          <a:lightRig rig="contrasting" dir="t">
            <a:rot lat="0" lon="0" rev="1500000"/>
          </a:lightRig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F263772-7F21-43B3-91D7-9945F281F5ED}">
      <dsp:nvSpPr>
        <dsp:cNvPr id="0" name=""/>
        <dsp:cNvSpPr/>
      </dsp:nvSpPr>
      <dsp:spPr>
        <a:xfrm>
          <a:off x="2485664" y="2661503"/>
          <a:ext cx="1253107" cy="73724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3">
              <a:shade val="50000"/>
              <a:hueOff val="443380"/>
              <a:satOff val="-7397"/>
              <a:lumOff val="39948"/>
              <a:alphaOff val="0"/>
            </a:schemeClr>
          </a:solidFill>
          <a:prstDash val="solid"/>
        </a:ln>
        <a:effectLst/>
        <a:scene3d>
          <a:camera prst="orthographicFront">
            <a:rot lat="0" lon="0" rev="0"/>
          </a:camera>
          <a:lightRig rig="contrasting" dir="t">
            <a:rot lat="0" lon="0" rev="1500000"/>
          </a:lightRig>
        </a:scene3d>
        <a:sp3d z="-152400" extrusionH="63500" prstMaterial="dkEdge">
          <a:bevelT w="124450" h="16350" prst="relaxedInset"/>
          <a:contourClr>
            <a:schemeClr val="bg1"/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0" tIns="12700" rIns="19050" bIns="12700" numCol="1" spcCol="1270" anchor="ctr" anchorCtr="0">
          <a:noAutofit/>
        </a:bodyPr>
        <a:lstStyle/>
        <a:p>
          <a:pPr marL="0" lvl="0" indent="0" algn="ctr" defTabSz="4445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i="0" kern="1200" dirty="0">
              <a:solidFill>
                <a:srgbClr val="00206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Helix, Rimula, Advance</a:t>
          </a:r>
        </a:p>
      </dsp:txBody>
      <dsp:txXfrm>
        <a:off x="2507257" y="2683096"/>
        <a:ext cx="1209921" cy="694059"/>
      </dsp:txXfrm>
    </dsp:sp>
    <dsp:sp modelId="{7A7DEF19-6505-4335-AF7D-57C0AD75BE87}">
      <dsp:nvSpPr>
        <dsp:cNvPr id="0" name=""/>
        <dsp:cNvSpPr/>
      </dsp:nvSpPr>
      <dsp:spPr>
        <a:xfrm>
          <a:off x="3650345" y="1733"/>
          <a:ext cx="1231976" cy="61598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shade val="50000"/>
                <a:hueOff val="332535"/>
                <a:satOff val="-5548"/>
                <a:lumOff val="29961"/>
                <a:alphaOff val="0"/>
                <a:shade val="51000"/>
                <a:satMod val="130000"/>
              </a:schemeClr>
            </a:gs>
            <a:gs pos="80000">
              <a:schemeClr val="accent3">
                <a:shade val="50000"/>
                <a:hueOff val="332535"/>
                <a:satOff val="-5548"/>
                <a:lumOff val="29961"/>
                <a:alphaOff val="0"/>
                <a:shade val="93000"/>
                <a:satMod val="130000"/>
              </a:schemeClr>
            </a:gs>
            <a:gs pos="100000">
              <a:schemeClr val="accent3">
                <a:shade val="50000"/>
                <a:hueOff val="332535"/>
                <a:satOff val="-5548"/>
                <a:lumOff val="29961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500000"/>
          </a:lightRig>
        </a:scene3d>
        <a:sp3d prstMaterial="metal">
          <a:bevelT w="88900" h="88900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6195" tIns="24130" rIns="36195" bIns="24130" numCol="1" spcCol="1270" anchor="ctr" anchorCtr="0">
          <a:noAutofit/>
        </a:bodyPr>
        <a:lstStyle/>
        <a:p>
          <a:pPr marL="0" lvl="0" indent="0" algn="ctr" defTabSz="8445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i="0" u="none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Other  Non Fuel Retail</a:t>
          </a:r>
          <a:endParaRPr lang="en-GB" sz="1900" u="none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3668387" y="19775"/>
        <a:ext cx="1195892" cy="579904"/>
      </dsp:txXfrm>
    </dsp:sp>
    <dsp:sp modelId="{3F71A062-A2AC-4D4B-9C7C-D0A6C51A85F5}">
      <dsp:nvSpPr>
        <dsp:cNvPr id="0" name=""/>
        <dsp:cNvSpPr/>
      </dsp:nvSpPr>
      <dsp:spPr>
        <a:xfrm>
          <a:off x="3773543" y="617721"/>
          <a:ext cx="123197" cy="46199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61991"/>
              </a:lnTo>
              <a:lnTo>
                <a:pt x="123197" y="461991"/>
              </a:lnTo>
            </a:path>
          </a:pathLst>
        </a:custGeom>
        <a:noFill/>
        <a:ln w="25400" cap="flat" cmpd="sng" algn="ctr">
          <a:solidFill>
            <a:schemeClr val="accent3">
              <a:tint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>
            <a:rot lat="0" lon="0" rev="0"/>
          </a:camera>
          <a:lightRig rig="contrasting" dir="t">
            <a:rot lat="0" lon="0" rev="1500000"/>
          </a:lightRig>
        </a:scene3d>
        <a:sp3d z="-40000" prstMaterial="metal">
          <a:bevelT w="88900" h="88900"/>
        </a:sp3d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E47FD43-10E4-46AC-81A9-06AAB725C1D2}">
      <dsp:nvSpPr>
        <dsp:cNvPr id="0" name=""/>
        <dsp:cNvSpPr/>
      </dsp:nvSpPr>
      <dsp:spPr>
        <a:xfrm>
          <a:off x="3896740" y="771718"/>
          <a:ext cx="985581" cy="61598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3">
              <a:shade val="50000"/>
              <a:hueOff val="443380"/>
              <a:satOff val="-7397"/>
              <a:lumOff val="39948"/>
              <a:alphaOff val="0"/>
            </a:schemeClr>
          </a:solidFill>
          <a:prstDash val="solid"/>
        </a:ln>
        <a:effectLst/>
        <a:scene3d>
          <a:camera prst="orthographicFront">
            <a:rot lat="0" lon="0" rev="0"/>
          </a:camera>
          <a:lightRig rig="contrasting" dir="t">
            <a:rot lat="0" lon="0" rev="1500000"/>
          </a:lightRig>
        </a:scene3d>
        <a:sp3d z="-152400" extrusionH="63500" prstMaterial="dkEdge">
          <a:bevelT w="124450" h="16350" prst="relaxedInset"/>
          <a:contourClr>
            <a:schemeClr val="bg1"/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0" tIns="12700" rIns="19050" bIns="12700" numCol="1" spcCol="1270" anchor="ctr" anchorCtr="0">
          <a:noAutofit/>
        </a:bodyPr>
        <a:lstStyle/>
        <a:p>
          <a:pPr marL="0" lvl="0" indent="0" algn="ctr" defTabSz="4445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b="0" i="0" kern="1200" dirty="0">
              <a:solidFill>
                <a:srgbClr val="00206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Shop</a:t>
          </a:r>
        </a:p>
      </dsp:txBody>
      <dsp:txXfrm>
        <a:off x="3914782" y="789760"/>
        <a:ext cx="949497" cy="579904"/>
      </dsp:txXfrm>
    </dsp:sp>
    <dsp:sp modelId="{74FE7023-4164-48A1-BA05-D22CA84D9305}">
      <dsp:nvSpPr>
        <dsp:cNvPr id="0" name=""/>
        <dsp:cNvSpPr/>
      </dsp:nvSpPr>
      <dsp:spPr>
        <a:xfrm>
          <a:off x="3773543" y="617721"/>
          <a:ext cx="123197" cy="123197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231976"/>
              </a:lnTo>
              <a:lnTo>
                <a:pt x="123197" y="1231976"/>
              </a:lnTo>
            </a:path>
          </a:pathLst>
        </a:custGeom>
        <a:noFill/>
        <a:ln w="25400" cap="flat" cmpd="sng" algn="ctr">
          <a:solidFill>
            <a:schemeClr val="accent3">
              <a:tint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>
            <a:rot lat="0" lon="0" rev="0"/>
          </a:camera>
          <a:lightRig rig="contrasting" dir="t">
            <a:rot lat="0" lon="0" rev="1500000"/>
          </a:lightRig>
        </a:scene3d>
        <a:sp3d z="-40000" prstMaterial="metal">
          <a:bevelT w="88900" h="88900"/>
        </a:sp3d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28F6CF5-535A-43BA-8BD5-29DE809F9AD0}">
      <dsp:nvSpPr>
        <dsp:cNvPr id="0" name=""/>
        <dsp:cNvSpPr/>
      </dsp:nvSpPr>
      <dsp:spPr>
        <a:xfrm>
          <a:off x="3896740" y="1541704"/>
          <a:ext cx="985581" cy="61598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3">
              <a:shade val="50000"/>
              <a:hueOff val="332535"/>
              <a:satOff val="-5548"/>
              <a:lumOff val="29961"/>
              <a:alphaOff val="0"/>
            </a:schemeClr>
          </a:solidFill>
          <a:prstDash val="solid"/>
        </a:ln>
        <a:effectLst/>
        <a:scene3d>
          <a:camera prst="orthographicFront">
            <a:rot lat="0" lon="0" rev="0"/>
          </a:camera>
          <a:lightRig rig="contrasting" dir="t">
            <a:rot lat="0" lon="0" rev="1500000"/>
          </a:lightRig>
        </a:scene3d>
        <a:sp3d z="-152400" extrusionH="63500" prstMaterial="dkEdge">
          <a:bevelT w="124450" h="16350" prst="relaxedInset"/>
          <a:contourClr>
            <a:schemeClr val="bg1"/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0" tIns="12700" rIns="19050" bIns="12700" numCol="1" spcCol="1270" anchor="ctr" anchorCtr="0">
          <a:noAutofit/>
        </a:bodyPr>
        <a:lstStyle/>
        <a:p>
          <a:pPr marL="0" lvl="0" indent="0" algn="ctr" defTabSz="4445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i="0" kern="1200" dirty="0">
              <a:solidFill>
                <a:srgbClr val="00206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ATM/ Quick Cash </a:t>
          </a:r>
          <a:endParaRPr lang="en-GB" sz="1400" b="0" i="0" kern="1200" dirty="0">
            <a:solidFill>
              <a:srgbClr val="002060"/>
            </a:solidFill>
            <a:latin typeface="Times New Roman" panose="02020603050405020304" pitchFamily="18" charset="0"/>
            <a:ea typeface="+mn-ea"/>
            <a:cs typeface="Times New Roman" panose="02020603050405020304" pitchFamily="18" charset="0"/>
          </a:endParaRPr>
        </a:p>
      </dsp:txBody>
      <dsp:txXfrm>
        <a:off x="3914782" y="1559746"/>
        <a:ext cx="949497" cy="579904"/>
      </dsp:txXfrm>
    </dsp:sp>
    <dsp:sp modelId="{C87FC0D4-8C63-41EC-A4D4-96BFEEC31DB2}">
      <dsp:nvSpPr>
        <dsp:cNvPr id="0" name=""/>
        <dsp:cNvSpPr/>
      </dsp:nvSpPr>
      <dsp:spPr>
        <a:xfrm>
          <a:off x="3773543" y="617721"/>
          <a:ext cx="123197" cy="200196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001962"/>
              </a:lnTo>
              <a:lnTo>
                <a:pt x="123197" y="2001962"/>
              </a:lnTo>
            </a:path>
          </a:pathLst>
        </a:custGeom>
        <a:noFill/>
        <a:ln w="25400" cap="flat" cmpd="sng" algn="ctr">
          <a:solidFill>
            <a:schemeClr val="accent3">
              <a:tint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>
            <a:rot lat="0" lon="0" rev="0"/>
          </a:camera>
          <a:lightRig rig="contrasting" dir="t">
            <a:rot lat="0" lon="0" rev="1500000"/>
          </a:lightRig>
        </a:scene3d>
        <a:sp3d z="-40000" prstMaterial="metal">
          <a:bevelT w="88900" h="88900"/>
        </a:sp3d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725DDDD-E9EF-4003-8E3C-656B8508D3F5}">
      <dsp:nvSpPr>
        <dsp:cNvPr id="0" name=""/>
        <dsp:cNvSpPr/>
      </dsp:nvSpPr>
      <dsp:spPr>
        <a:xfrm>
          <a:off x="3896740" y="2311689"/>
          <a:ext cx="985581" cy="61598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3">
              <a:shade val="50000"/>
              <a:hueOff val="221690"/>
              <a:satOff val="-3699"/>
              <a:lumOff val="19974"/>
              <a:alphaOff val="0"/>
            </a:schemeClr>
          </a:solidFill>
          <a:prstDash val="solid"/>
        </a:ln>
        <a:effectLst/>
        <a:scene3d>
          <a:camera prst="orthographicFront">
            <a:rot lat="0" lon="0" rev="0"/>
          </a:camera>
          <a:lightRig rig="contrasting" dir="t">
            <a:rot lat="0" lon="0" rev="1500000"/>
          </a:lightRig>
        </a:scene3d>
        <a:sp3d z="-152400" extrusionH="63500" prstMaterial="dkEdge">
          <a:bevelT w="124450" h="16350" prst="relaxedInset"/>
          <a:contourClr>
            <a:schemeClr val="bg1"/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0" tIns="12700" rIns="19050" bIns="12700" numCol="1" spcCol="1270" anchor="ctr" anchorCtr="0">
          <a:noAutofit/>
        </a:bodyPr>
        <a:lstStyle/>
        <a:p>
          <a:pPr marL="0" lvl="0" indent="0" algn="ctr" defTabSz="4445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i="0" kern="1200" dirty="0">
              <a:solidFill>
                <a:srgbClr val="00206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Food services</a:t>
          </a:r>
          <a:endParaRPr lang="en-GB" sz="1400" b="0" i="0" kern="1200" dirty="0">
            <a:solidFill>
              <a:srgbClr val="002060"/>
            </a:solidFill>
            <a:latin typeface="Times New Roman" panose="02020603050405020304" pitchFamily="18" charset="0"/>
            <a:ea typeface="+mn-ea"/>
            <a:cs typeface="Times New Roman" panose="02020603050405020304" pitchFamily="18" charset="0"/>
          </a:endParaRPr>
        </a:p>
      </dsp:txBody>
      <dsp:txXfrm>
        <a:off x="3914782" y="2329731"/>
        <a:ext cx="949497" cy="579904"/>
      </dsp:txXfrm>
    </dsp:sp>
    <dsp:sp modelId="{02E6CD7D-E972-40DA-B315-C0292D32EAAF}">
      <dsp:nvSpPr>
        <dsp:cNvPr id="0" name=""/>
        <dsp:cNvSpPr/>
      </dsp:nvSpPr>
      <dsp:spPr>
        <a:xfrm>
          <a:off x="3773543" y="617721"/>
          <a:ext cx="123197" cy="277194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771947"/>
              </a:lnTo>
              <a:lnTo>
                <a:pt x="123197" y="2771947"/>
              </a:lnTo>
            </a:path>
          </a:pathLst>
        </a:custGeom>
        <a:noFill/>
        <a:ln w="25400" cap="flat" cmpd="sng" algn="ctr">
          <a:solidFill>
            <a:schemeClr val="accent3">
              <a:tint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>
            <a:rot lat="0" lon="0" rev="0"/>
          </a:camera>
          <a:lightRig rig="contrasting" dir="t">
            <a:rot lat="0" lon="0" rev="1500000"/>
          </a:lightRig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2E1B186-D4BE-4B0E-9A6C-4CEA9D497F03}">
      <dsp:nvSpPr>
        <dsp:cNvPr id="0" name=""/>
        <dsp:cNvSpPr/>
      </dsp:nvSpPr>
      <dsp:spPr>
        <a:xfrm>
          <a:off x="3896740" y="3081675"/>
          <a:ext cx="985581" cy="61598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3">
              <a:shade val="50000"/>
              <a:hueOff val="110845"/>
              <a:satOff val="-1849"/>
              <a:lumOff val="9987"/>
              <a:alphaOff val="0"/>
            </a:schemeClr>
          </a:solidFill>
          <a:prstDash val="solid"/>
        </a:ln>
        <a:effectLst/>
        <a:scene3d>
          <a:camera prst="orthographicFront">
            <a:rot lat="0" lon="0" rev="0"/>
          </a:camera>
          <a:lightRig rig="contrasting" dir="t">
            <a:rot lat="0" lon="0" rev="1500000"/>
          </a:lightRig>
        </a:scene3d>
        <a:sp3d z="-152400" extrusionH="63500" prstMaterial="dkEdge">
          <a:bevelT w="124450" h="16350" prst="relaxedInset"/>
          <a:contourClr>
            <a:schemeClr val="bg1"/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0" tIns="12700" rIns="19050" bIns="12700" numCol="1" spcCol="1270" anchor="ctr" anchorCtr="0">
          <a:noAutofit/>
        </a:bodyPr>
        <a:lstStyle/>
        <a:p>
          <a:pPr marL="0" lvl="0" indent="0" algn="ctr" defTabSz="4445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i="0" kern="1200" dirty="0">
              <a:solidFill>
                <a:srgbClr val="00206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Car wash </a:t>
          </a:r>
          <a:endParaRPr lang="en-GB" sz="1400" b="0" i="0" kern="1200" dirty="0">
            <a:solidFill>
              <a:srgbClr val="002060"/>
            </a:solidFill>
            <a:latin typeface="Times New Roman" panose="02020603050405020304" pitchFamily="18" charset="0"/>
            <a:ea typeface="+mn-ea"/>
            <a:cs typeface="Times New Roman" panose="02020603050405020304" pitchFamily="18" charset="0"/>
          </a:endParaRPr>
        </a:p>
      </dsp:txBody>
      <dsp:txXfrm>
        <a:off x="3914782" y="3099717"/>
        <a:ext cx="949497" cy="57990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3">
  <dgm:title val=""/>
  <dgm:desc val=""/>
  <dgm:catLst>
    <dgm:cat type="hierarchy" pri="7000"/>
    <dgm:cat type="list" pri="23000"/>
    <dgm:cat type="relationship" pri="15000"/>
    <dgm:cat type="convert" pri="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1" destId="11" srcOrd="0" destOrd="0"/>
        <dgm:cxn modelId="6" srcId="1" destId="12" srcOrd="1" destOrd="0"/>
        <dgm:cxn modelId="7" srcId="0" destId="2" srcOrd="1" destOrd="0"/>
        <dgm:cxn modelId="8" srcId="2" destId="21" srcOrd="0" destOrd="0"/>
        <dgm:cxn modelId="9" srcId="2" destId="2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forName="rootText" op="equ" val="65"/>
      <dgm:constr type="primFontSz" for="des" forName="childText" op="equ" val="65"/>
      <dgm:constr type="w" for="des" forName="rootComposite" refType="w"/>
      <dgm:constr type="h" for="des" forName="rootComposite" refType="w" fact="0.5"/>
      <dgm:constr type="w" for="des" forName="childText" refType="w" refFor="des" refForName="rootComposite" fact="0.8"/>
      <dgm:constr type="h" for="des" forName="childText" refType="h" refFor="des" refForName="rootComposite"/>
      <dgm:constr type="sibSp" refType="w" refFor="des" refForName="rootComposite" fact="0.25"/>
      <dgm:constr type="sibSp" for="des" forName="childShape" refType="h" refFor="des" refForName="childText" fact="0.25"/>
      <dgm:constr type="sp" for="des" forName="root" refType="h" refFor="des" refForName="childText" fact="0.25"/>
    </dgm:constrLst>
    <dgm:ruleLst/>
    <dgm:forEach name="Name3" axis="ch">
      <dgm:forEach name="Name4" axis="self" ptType="node" cnt="1">
        <dgm:layoutNode name="root">
          <dgm:choose name="Name5">
            <dgm:if name="Name6" func="var" arg="dir" op="equ" val="norm">
              <dgm:alg type="hierRoot">
                <dgm:param type="hierAlign" val="tL"/>
              </dgm:alg>
            </dgm:if>
            <dgm:else name="Name7">
              <dgm:alg type="hierRoot">
                <dgm:param type="hierAlign" val="tR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>
            <dgm:constr type="alignOff" val="0.2"/>
          </dgm:constrLst>
          <dgm:ruleLst/>
          <dgm:layoutNode name="rootComposite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8">
              <dgm:if name="Name9" func="var" arg="dir" op="equ" val="norm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l" for="ch" forName="rootConnector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if>
              <dgm:else name="Name10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r" for="ch" forName="rootConnector" refType="w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else>
            </dgm:choose>
            <dgm:ruleLst/>
            <dgm:layoutNode name="rootText" styleLbl="node1"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 ptType="node" cnt="1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rootConnector" moveWith="rootText">
              <dgm:alg type="sp"/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self" ptType="node" cnt="1"/>
              <dgm:constrLst/>
              <dgm:ruleLst/>
            </dgm:layoutNode>
          </dgm:layoutNode>
          <dgm:layoutNode name="childShape">
            <dgm:alg type="hierChild">
              <dgm:param type="chAlign" val="l"/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11" axis="ch">
              <dgm:forEach name="Name12" axis="self" ptType="parTrans" cnt="1">
                <dgm:layoutNode name="Name13">
                  <dgm:choose name="Name14">
                    <dgm:if name="Name15" func="var" arg="dir" op="equ" val="norm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L"/>
                      </dgm:alg>
                    </dgm:if>
                    <dgm:else name="Name16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7" axis="self" ptType="node">
                <dgm:layoutNode name="childText" styleLbl="bgAcc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self desOrSelf" ptType="node node" st="1 1" cnt="1 0"/>
                  <dgm:constrLst>
                    <dgm:constr type="tMarg" refType="primFontSz" fact="0.1"/>
                    <dgm:constr type="bMarg" refType="primFontSz" fact="0.1"/>
                    <dgm:constr type="lMarg" refType="primFontSz" fact="0.15"/>
                    <dgm:constr type="rMarg" refType="primFontSz" fact="0.15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D29DEB65-20BB-7549-8D37-1B81AFC8B258}" type="datetimeFigureOut">
              <a:rPr lang="en-US"/>
              <a:pPr/>
              <a:t>7/9/2024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A83CA006-1F75-2E4F-9633-247109830F7A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824458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Calibri" pitchFamily="3" charset="0"/>
              </a:defRPr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" pitchFamily="3" charset="0"/>
                <a:ea typeface="Arial" pitchFamily="3" charset="0"/>
                <a:cs typeface="Arial" pitchFamily="3" charset="0"/>
              </a:defRPr>
            </a:lvl1pPr>
          </a:lstStyle>
          <a:p>
            <a:fld id="{A9DAB70E-C509-B449-B048-9EBE79B2010C}" type="datetimeFigureOut">
              <a:rPr lang="en-US"/>
              <a:pPr/>
              <a:t>7/9/2024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Calibri" pitchFamily="3" charset="0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" pitchFamily="3" charset="0"/>
                <a:ea typeface="Arial" pitchFamily="3" charset="0"/>
                <a:cs typeface="Arial" pitchFamily="3" charset="0"/>
              </a:defRPr>
            </a:lvl1pPr>
          </a:lstStyle>
          <a:p>
            <a:fld id="{A3044B81-1761-974D-9B23-ED8B1F49BBFC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373787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928299">
              <a:defRPr/>
            </a:pPr>
            <a:fld id="{A3044B81-1761-974D-9B23-ED8B1F49BBFC}" type="slidenum">
              <a:rPr lang="en-US">
                <a:solidFill>
                  <a:prstClr val="black"/>
                </a:solidFill>
                <a:latin typeface="Calibri" panose="020F0502020204030204"/>
              </a:rPr>
              <a:pPr defTabSz="928299">
                <a:defRPr/>
              </a:pPr>
              <a:t>2</a:t>
            </a:fld>
            <a:endParaRPr lang="en-US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21562549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© Copyright </a:t>
            </a:r>
            <a:r>
              <a:rPr lang="en-US" b="1"/>
              <a:t>PresentationGo.com</a:t>
            </a:r>
            <a:r>
              <a:rPr lang="en-US"/>
              <a:t> – The free PowerPoint template library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68D2766-C49B-4C1A-9FEE-6F146754B02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" charset="0"/>
                <a:cs typeface="Arial" pitchFamily="3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" charset="0"/>
              <a:cs typeface="Arial" pitchFamily="3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4915468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© Copyright </a:t>
            </a:r>
            <a:r>
              <a:rPr lang="en-US" b="1"/>
              <a:t>PresentationGo.com</a:t>
            </a:r>
            <a:r>
              <a:rPr lang="en-US"/>
              <a:t> – The free PowerPoint template library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68D2766-C49B-4C1A-9FEE-6F146754B02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" charset="0"/>
                <a:cs typeface="Arial" pitchFamily="3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" charset="0"/>
              <a:cs typeface="Arial" pitchFamily="3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2431733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© Copyright </a:t>
            </a:r>
            <a:r>
              <a:rPr lang="en-US" b="1" dirty="0"/>
              <a:t>PresentationGO.com</a:t>
            </a:r>
            <a:r>
              <a:rPr lang="en-US" dirty="0"/>
              <a:t> – The free PowerPoint and Google Slides template library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68D2766-C49B-4C1A-9FEE-6F146754B02B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623783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© Copyright </a:t>
            </a:r>
            <a:r>
              <a:rPr lang="en-US" b="1" dirty="0"/>
              <a:t>PresentationGO.com</a:t>
            </a:r>
            <a:r>
              <a:rPr lang="en-US" dirty="0"/>
              <a:t> – The free PowerPoint and Google Slides template library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68D2766-C49B-4C1A-9FEE-6F146754B02B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189182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© Copyright </a:t>
            </a:r>
            <a:r>
              <a:rPr lang="en-US" b="1" dirty="0"/>
              <a:t>PresentationGO.com</a:t>
            </a:r>
            <a:r>
              <a:rPr lang="en-US" dirty="0"/>
              <a:t> – The free PowerPoint and Google Slides template library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68D2766-C49B-4C1A-9FEE-6F146754B02B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35289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© Copyright </a:t>
            </a:r>
            <a:r>
              <a:rPr lang="en-US" b="1" dirty="0"/>
              <a:t>PresentationGO.com</a:t>
            </a:r>
            <a:r>
              <a:rPr lang="en-US" dirty="0"/>
              <a:t> – The free PowerPoint and Google Slides template library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68D2766-C49B-4C1A-9FEE-6F146754B02B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22497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0"/>
            <a:ext cx="9144000" cy="4705350"/>
          </a:xfrm>
          <a:prstGeom prst="rect">
            <a:avLst/>
          </a:prstGeom>
          <a:solidFill>
            <a:srgbClr val="8DC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>
            <a:prstTxWarp prst="textNoShape">
              <a:avLst/>
            </a:prstTxWarp>
          </a:bodyPr>
          <a:lstStyle/>
          <a:p>
            <a:pPr algn="ctr"/>
            <a:endParaRPr lang="en-US">
              <a:solidFill>
                <a:srgbClr val="FFFFFF"/>
              </a:solidFill>
              <a:ea typeface="ＭＳ Ｐゴシック" pitchFamily="3" charset="-128"/>
              <a:cs typeface="ＭＳ Ｐゴシック" pitchFamily="3" charset="-128"/>
            </a:endParaRPr>
          </a:p>
        </p:txBody>
      </p:sp>
      <p:sp>
        <p:nvSpPr>
          <p:cNvPr id="9" name="Rectangle 4"/>
          <p:cNvSpPr>
            <a:spLocks noChangeArrowheads="1"/>
          </p:cNvSpPr>
          <p:nvPr userDrawn="1"/>
        </p:nvSpPr>
        <p:spPr bwMode="auto">
          <a:xfrm>
            <a:off x="3306763" y="4845050"/>
            <a:ext cx="2255837" cy="2365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algn="ctr"/>
            <a:r>
              <a:rPr lang="en-GB" sz="1400" baseline="30000" dirty="0">
                <a:solidFill>
                  <a:srgbClr val="5A5B5E"/>
                </a:solidFill>
                <a:latin typeface="Gill Sans Light" pitchFamily="3" charset="0"/>
                <a:ea typeface="Gill Sans Light" pitchFamily="3" charset="0"/>
                <a:cs typeface="Gill Sans Light" pitchFamily="3" charset="0"/>
              </a:rPr>
              <a:t>Shell trademarks used under license</a:t>
            </a:r>
          </a:p>
        </p:txBody>
      </p:sp>
      <p:sp>
        <p:nvSpPr>
          <p:cNvPr id="7" name="Title 5"/>
          <p:cNvSpPr>
            <a:spLocks noGrp="1"/>
          </p:cNvSpPr>
          <p:nvPr>
            <p:ph type="ctrTitle"/>
          </p:nvPr>
        </p:nvSpPr>
        <p:spPr>
          <a:xfrm>
            <a:off x="685800" y="1598613"/>
            <a:ext cx="7772400" cy="1101725"/>
          </a:xfrm>
          <a:prstGeom prst="rect">
            <a:avLst/>
          </a:prstGeom>
        </p:spPr>
        <p:txBody>
          <a:bodyPr/>
          <a:lstStyle>
            <a:lvl1pPr>
              <a:defRPr b="1" i="0">
                <a:solidFill>
                  <a:schemeClr val="bg1"/>
                </a:solidFill>
                <a:latin typeface="Gill Sans"/>
                <a:cs typeface="Gill San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Subtitle 6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  <a:noFill/>
        </p:spPr>
        <p:txBody>
          <a:bodyPr/>
          <a:lstStyle>
            <a:lvl1pPr marL="0" indent="0" algn="ctr">
              <a:buFontTx/>
              <a:buNone/>
              <a:defRPr b="0" i="0">
                <a:solidFill>
                  <a:srgbClr val="FFFFFF"/>
                </a:solidFill>
                <a:latin typeface="Gill Sans"/>
                <a:cs typeface="Gill Sans"/>
              </a:defRPr>
            </a:lvl1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0"/>
            <a:ext cx="9144000" cy="4705350"/>
          </a:xfrm>
          <a:prstGeom prst="rect">
            <a:avLst/>
          </a:prstGeom>
          <a:solidFill>
            <a:srgbClr val="8DC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>
            <a:prstTxWarp prst="textNoShape">
              <a:avLst/>
            </a:prstTxWarp>
          </a:bodyPr>
          <a:lstStyle/>
          <a:p>
            <a:pPr algn="ctr"/>
            <a:endParaRPr lang="en-US">
              <a:solidFill>
                <a:srgbClr val="FFFFFF"/>
              </a:solidFill>
              <a:ea typeface="ＭＳ Ｐゴシック" pitchFamily="3" charset="-128"/>
              <a:cs typeface="ＭＳ Ｐゴシック" pitchFamily="3" charset="-128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80035"/>
            <a:ext cx="7772400" cy="112514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800" b="1" i="0">
                <a:solidFill>
                  <a:srgbClr val="FFFFFF"/>
                </a:solidFill>
                <a:latin typeface="Gill Sans"/>
                <a:cs typeface="Gill Sans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"/>
          <p:cNvSpPr>
            <a:spLocks noGrp="1"/>
          </p:cNvSpPr>
          <p:nvPr>
            <p:ph type="body" idx="10"/>
          </p:nvPr>
        </p:nvSpPr>
        <p:spPr>
          <a:xfrm>
            <a:off x="685800" y="3333750"/>
            <a:ext cx="7772400" cy="45720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 b="0" i="0">
                <a:solidFill>
                  <a:srgbClr val="FFFFFF"/>
                </a:solidFill>
                <a:latin typeface="Gill Sans"/>
                <a:cs typeface="Gill Sans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0"/>
            <a:ext cx="9144000" cy="590550"/>
          </a:xfrm>
          <a:prstGeom prst="rect">
            <a:avLst/>
          </a:prstGeom>
          <a:solidFill>
            <a:srgbClr val="8DC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>
            <a:prstTxWarp prst="textNoShape">
              <a:avLst/>
            </a:prstTxWarp>
          </a:bodyPr>
          <a:lstStyle/>
          <a:p>
            <a:pPr algn="ctr"/>
            <a:endParaRPr lang="en-US">
              <a:solidFill>
                <a:srgbClr val="FFFFFF"/>
              </a:solidFill>
              <a:ea typeface="ＭＳ Ｐゴシック" pitchFamily="3" charset="-128"/>
              <a:cs typeface="ＭＳ Ｐゴシック" pitchFamily="3" charset="-128"/>
            </a:endParaRPr>
          </a:p>
        </p:txBody>
      </p:sp>
      <p:sp>
        <p:nvSpPr>
          <p:cNvPr id="8" name="Rectangle 7"/>
          <p:cNvSpPr/>
          <p:nvPr userDrawn="1"/>
        </p:nvSpPr>
        <p:spPr>
          <a:xfrm>
            <a:off x="0" y="590550"/>
            <a:ext cx="9144000" cy="46038"/>
          </a:xfrm>
          <a:prstGeom prst="rect">
            <a:avLst/>
          </a:prstGeom>
          <a:solidFill>
            <a:srgbClr val="27A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>
            <a:prstTxWarp prst="textNoShape">
              <a:avLst/>
            </a:prstTxWarp>
          </a:bodyPr>
          <a:lstStyle/>
          <a:p>
            <a:pPr algn="ctr"/>
            <a:endParaRPr lang="en-US">
              <a:solidFill>
                <a:srgbClr val="FFFFFF"/>
              </a:solidFill>
              <a:ea typeface="ＭＳ Ｐゴシック" pitchFamily="3" charset="-128"/>
              <a:cs typeface="ＭＳ Ｐゴシック" pitchFamily="3" charset="-128"/>
            </a:endParaRPr>
          </a:p>
        </p:txBody>
      </p:sp>
      <p:sp>
        <p:nvSpPr>
          <p:cNvPr id="5" name="Title 3"/>
          <p:cNvSpPr>
            <a:spLocks noGrp="1"/>
          </p:cNvSpPr>
          <p:nvPr>
            <p:ph type="title"/>
          </p:nvPr>
        </p:nvSpPr>
        <p:spPr>
          <a:xfrm>
            <a:off x="228600" y="133350"/>
            <a:ext cx="8763000" cy="381000"/>
          </a:xfrm>
          <a:prstGeom prst="rect">
            <a:avLst/>
          </a:prstGeom>
        </p:spPr>
        <p:txBody>
          <a:bodyPr/>
          <a:lstStyle>
            <a:lvl1pPr algn="l">
              <a:defRPr sz="2000" b="1" i="0">
                <a:solidFill>
                  <a:srgbClr val="FFFFFF"/>
                </a:solidFill>
                <a:latin typeface="Gill Sans"/>
                <a:cs typeface="Gill San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Content Placeholder 4"/>
          <p:cNvSpPr>
            <a:spLocks noGrp="1"/>
          </p:cNvSpPr>
          <p:nvPr>
            <p:ph idx="1" hasCustomPrompt="1"/>
          </p:nvPr>
        </p:nvSpPr>
        <p:spPr>
          <a:xfrm>
            <a:off x="228600" y="742950"/>
            <a:ext cx="8763000" cy="3886200"/>
          </a:xfrm>
          <a:prstGeom prst="rect">
            <a:avLst/>
          </a:prstGeom>
        </p:spPr>
        <p:txBody>
          <a:bodyPr/>
          <a:lstStyle>
            <a:lvl1pPr marL="171450" indent="-171450">
              <a:buFont typeface="Arial"/>
              <a:buChar char="•"/>
              <a:defRPr sz="1600" b="0" i="0" baseline="0">
                <a:solidFill>
                  <a:srgbClr val="4D4D4F"/>
                </a:solidFill>
                <a:latin typeface="Gill Sans"/>
                <a:cs typeface="Gill Sans"/>
              </a:defRPr>
            </a:lvl1pPr>
            <a:lvl2pPr>
              <a:defRPr sz="1400" b="0" i="0" baseline="0">
                <a:solidFill>
                  <a:srgbClr val="4D4D4F"/>
                </a:solidFill>
                <a:latin typeface="Gill Sans"/>
                <a:cs typeface="Gill Sans"/>
              </a:defRPr>
            </a:lvl2pPr>
            <a:lvl3pPr>
              <a:defRPr sz="1400" b="0" i="0">
                <a:solidFill>
                  <a:srgbClr val="4D4D4F"/>
                </a:solidFill>
              </a:defRPr>
            </a:lvl3pPr>
            <a:lvl4pPr>
              <a:defRPr/>
            </a:lvl4pPr>
          </a:lstStyle>
          <a:p>
            <a:r>
              <a:rPr lang="en-US" dirty="0"/>
              <a:t>Bullet point 1</a:t>
            </a:r>
          </a:p>
          <a:p>
            <a:pPr lvl="1"/>
            <a:r>
              <a:rPr lang="en-US" dirty="0"/>
              <a:t>Bullet Point 2</a:t>
            </a:r>
          </a:p>
          <a:p>
            <a:pPr lvl="1"/>
            <a:r>
              <a:rPr lang="en-US" dirty="0"/>
              <a:t>Bullet Point 2A</a:t>
            </a:r>
          </a:p>
          <a:p>
            <a:pPr lvl="2"/>
            <a:r>
              <a:rPr lang="en-US" dirty="0"/>
              <a:t>Bullet Point 3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0" y="590550"/>
            <a:ext cx="5791200" cy="4114800"/>
          </a:xfrm>
          <a:prstGeom prst="rect">
            <a:avLst/>
          </a:prstGeom>
          <a:solidFill>
            <a:srgbClr val="6D6E7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prstTxWarp prst="textNoShape">
              <a:avLst/>
            </a:prstTxWarp>
          </a:bodyPr>
          <a:lstStyle/>
          <a:p>
            <a:pPr algn="ctr"/>
            <a:endParaRPr lang="en-US">
              <a:solidFill>
                <a:srgbClr val="71B206"/>
              </a:solidFill>
              <a:ea typeface="ＭＳ Ｐゴシック" pitchFamily="3" charset="-128"/>
              <a:cs typeface="ＭＳ Ｐゴシック" pitchFamily="3" charset="-128"/>
            </a:endParaRPr>
          </a:p>
        </p:txBody>
      </p:sp>
      <p:sp>
        <p:nvSpPr>
          <p:cNvPr id="7" name="Rectangle 6"/>
          <p:cNvSpPr/>
          <p:nvPr userDrawn="1"/>
        </p:nvSpPr>
        <p:spPr>
          <a:xfrm>
            <a:off x="0" y="0"/>
            <a:ext cx="9144000" cy="590550"/>
          </a:xfrm>
          <a:prstGeom prst="rect">
            <a:avLst/>
          </a:prstGeom>
          <a:solidFill>
            <a:srgbClr val="8DC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>
            <a:prstTxWarp prst="textNoShape">
              <a:avLst/>
            </a:prstTxWarp>
          </a:bodyPr>
          <a:lstStyle/>
          <a:p>
            <a:pPr algn="ctr"/>
            <a:endParaRPr lang="en-US">
              <a:solidFill>
                <a:srgbClr val="FFFFFF"/>
              </a:solidFill>
              <a:ea typeface="ＭＳ Ｐゴシック" pitchFamily="3" charset="-128"/>
              <a:cs typeface="ＭＳ Ｐゴシック" pitchFamily="3" charset="-128"/>
            </a:endParaRPr>
          </a:p>
        </p:txBody>
      </p:sp>
      <p:sp>
        <p:nvSpPr>
          <p:cNvPr id="8" name="Rectangle 7"/>
          <p:cNvSpPr/>
          <p:nvPr userDrawn="1"/>
        </p:nvSpPr>
        <p:spPr>
          <a:xfrm>
            <a:off x="0" y="590550"/>
            <a:ext cx="9144000" cy="46038"/>
          </a:xfrm>
          <a:prstGeom prst="rect">
            <a:avLst/>
          </a:prstGeom>
          <a:solidFill>
            <a:srgbClr val="27A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>
            <a:prstTxWarp prst="textNoShape">
              <a:avLst/>
            </a:prstTxWarp>
          </a:bodyPr>
          <a:lstStyle/>
          <a:p>
            <a:pPr algn="ctr"/>
            <a:endParaRPr lang="en-US">
              <a:solidFill>
                <a:srgbClr val="FFFFFF"/>
              </a:solidFill>
              <a:ea typeface="ＭＳ Ｐゴシック" pitchFamily="3" charset="-128"/>
              <a:cs typeface="ＭＳ Ｐゴシック" pitchFamily="3" charset="-128"/>
            </a:endParaRPr>
          </a:p>
        </p:txBody>
      </p:sp>
      <p:sp>
        <p:nvSpPr>
          <p:cNvPr id="23" name="Content Placeholder 12"/>
          <p:cNvSpPr>
            <a:spLocks noGrp="1"/>
          </p:cNvSpPr>
          <p:nvPr>
            <p:ph sz="half" idx="1" hasCustomPrompt="1"/>
          </p:nvPr>
        </p:nvSpPr>
        <p:spPr>
          <a:xfrm>
            <a:off x="228600" y="742950"/>
            <a:ext cx="5334000" cy="3810000"/>
          </a:xfrm>
          <a:prstGeom prst="rect">
            <a:avLst/>
          </a:prstGeom>
        </p:spPr>
        <p:txBody>
          <a:bodyPr/>
          <a:lstStyle>
            <a:lvl1pPr marL="285750" indent="-285750">
              <a:buFont typeface="Arial"/>
              <a:buChar char="•"/>
              <a:defRPr sz="1600" b="0" i="0">
                <a:solidFill>
                  <a:schemeClr val="bg1"/>
                </a:solidFill>
                <a:latin typeface="Gill Sans"/>
                <a:cs typeface="Gill Sans"/>
              </a:defRPr>
            </a:lvl1pPr>
            <a:lvl2pPr>
              <a:defRPr sz="1400" b="0" i="0">
                <a:solidFill>
                  <a:schemeClr val="bg1"/>
                </a:solidFill>
                <a:latin typeface="Gill Sans"/>
                <a:cs typeface="Gill Sans"/>
              </a:defRPr>
            </a:lvl2pPr>
            <a:lvl3pPr>
              <a:defRPr sz="1400" b="0" i="0">
                <a:solidFill>
                  <a:schemeClr val="bg1"/>
                </a:solidFill>
              </a:defRPr>
            </a:lvl3pPr>
          </a:lstStyle>
          <a:p>
            <a:r>
              <a:rPr lang="en-US" dirty="0"/>
              <a:t>Bullet point 1</a:t>
            </a:r>
          </a:p>
          <a:p>
            <a:pPr lvl="1"/>
            <a:r>
              <a:rPr lang="en-US" dirty="0"/>
              <a:t>Bullet Point 2</a:t>
            </a:r>
          </a:p>
          <a:p>
            <a:pPr lvl="1"/>
            <a:r>
              <a:rPr lang="en-US" dirty="0"/>
              <a:t>Bullet Point 2A</a:t>
            </a:r>
          </a:p>
          <a:p>
            <a:pPr lvl="2"/>
            <a:r>
              <a:rPr lang="en-US" dirty="0"/>
              <a:t>Bullet Point 3</a:t>
            </a:r>
          </a:p>
          <a:p>
            <a:endParaRPr lang="en-US" dirty="0"/>
          </a:p>
        </p:txBody>
      </p:sp>
      <p:sp>
        <p:nvSpPr>
          <p:cNvPr id="24" name="Content Placeholder 12"/>
          <p:cNvSpPr>
            <a:spLocks noGrp="1"/>
          </p:cNvSpPr>
          <p:nvPr>
            <p:ph sz="half" idx="10" hasCustomPrompt="1"/>
          </p:nvPr>
        </p:nvSpPr>
        <p:spPr>
          <a:xfrm>
            <a:off x="5791200" y="590550"/>
            <a:ext cx="3352800" cy="4114800"/>
          </a:xfrm>
          <a:prstGeom prst="rect">
            <a:avLst/>
          </a:prstGeom>
        </p:spPr>
        <p:txBody>
          <a:bodyPr/>
          <a:lstStyle>
            <a:lvl1pPr marL="171450" indent="-171450">
              <a:buFont typeface="Arial"/>
              <a:buChar char="•"/>
              <a:defRPr sz="1600" b="0" i="0">
                <a:solidFill>
                  <a:srgbClr val="4D4D4F"/>
                </a:solidFill>
                <a:latin typeface="Gill Sans"/>
                <a:cs typeface="Gill Sans"/>
              </a:defRPr>
            </a:lvl1pPr>
            <a:lvl2pPr>
              <a:defRPr sz="1400" b="0" i="0">
                <a:solidFill>
                  <a:srgbClr val="4D4D4F"/>
                </a:solidFill>
                <a:latin typeface="Gill Sans"/>
                <a:cs typeface="Gill Sans"/>
              </a:defRPr>
            </a:lvl2pPr>
            <a:lvl3pPr>
              <a:defRPr sz="1400" b="0" i="0">
                <a:solidFill>
                  <a:srgbClr val="4D4D4F"/>
                </a:solidFill>
              </a:defRPr>
            </a:lvl3pPr>
          </a:lstStyle>
          <a:p>
            <a:r>
              <a:rPr lang="en-US" dirty="0"/>
              <a:t>Bullet point 1</a:t>
            </a:r>
          </a:p>
          <a:p>
            <a:pPr lvl="1"/>
            <a:r>
              <a:rPr lang="en-US" dirty="0"/>
              <a:t>Bullet Point 2</a:t>
            </a:r>
          </a:p>
          <a:p>
            <a:pPr lvl="1"/>
            <a:r>
              <a:rPr lang="en-US" dirty="0"/>
              <a:t>Bullet Point 2A</a:t>
            </a:r>
          </a:p>
          <a:p>
            <a:pPr lvl="2"/>
            <a:r>
              <a:rPr lang="en-US" dirty="0"/>
              <a:t>Bullet Point 3</a:t>
            </a:r>
          </a:p>
          <a:p>
            <a:endParaRPr lang="en-US" dirty="0"/>
          </a:p>
        </p:txBody>
      </p:sp>
      <p:sp>
        <p:nvSpPr>
          <p:cNvPr id="14" name="Title 3"/>
          <p:cNvSpPr>
            <a:spLocks noGrp="1"/>
          </p:cNvSpPr>
          <p:nvPr>
            <p:ph type="title"/>
          </p:nvPr>
        </p:nvSpPr>
        <p:spPr>
          <a:xfrm>
            <a:off x="228600" y="133350"/>
            <a:ext cx="8763000" cy="381000"/>
          </a:xfrm>
          <a:prstGeom prst="rect">
            <a:avLst/>
          </a:prstGeom>
        </p:spPr>
        <p:txBody>
          <a:bodyPr/>
          <a:lstStyle>
            <a:lvl1pPr algn="l">
              <a:defRPr sz="2000" b="1" i="0">
                <a:solidFill>
                  <a:srgbClr val="FFFFFF"/>
                </a:solidFill>
                <a:latin typeface="Gill Sans"/>
                <a:cs typeface="Gill San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>
                <a:ea typeface="Arial" pitchFamily="3" charset="0"/>
                <a:cs typeface="Arial" pitchFamily="3" charset="0"/>
              </a:defRPr>
            </a:lvl1pPr>
          </a:lstStyle>
          <a:p>
            <a:fld id="{E6FE185F-06E8-3F45-BDE5-EB33BD7C3CC7}" type="datetimeFigureOut">
              <a:rPr lang="en-US"/>
              <a:pPr/>
              <a:t>7/9/2024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>
                <a:latin typeface="Gill Sans MT" pitchFamily="3" charset="0"/>
              </a:defRPr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>
                <a:ea typeface="Arial" pitchFamily="3" charset="0"/>
                <a:cs typeface="Arial" pitchFamily="3" charset="0"/>
              </a:defRPr>
            </a:lvl1pPr>
          </a:lstStyle>
          <a:p>
            <a:fld id="{A326CB14-AC33-384C-AF3D-02A49D2FACB1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b="0" i="0">
                <a:solidFill>
                  <a:srgbClr val="4D4D4F"/>
                </a:solidFill>
                <a:latin typeface="Gill Sans"/>
                <a:cs typeface="Gill San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  <a:prstGeom prst="rect">
            <a:avLst/>
          </a:prstGeom>
        </p:spPr>
        <p:txBody>
          <a:bodyPr/>
          <a:lstStyle>
            <a:lvl1pPr>
              <a:defRPr sz="1600" b="0" i="0">
                <a:solidFill>
                  <a:srgbClr val="4D4D4F"/>
                </a:solidFill>
                <a:latin typeface="Gill Sans"/>
                <a:cs typeface="Gill Sans"/>
              </a:defRPr>
            </a:lvl1pPr>
            <a:lvl2pPr>
              <a:defRPr sz="1400" b="0" i="0">
                <a:solidFill>
                  <a:srgbClr val="4D4D4F"/>
                </a:solidFill>
                <a:latin typeface="Gill Sans"/>
                <a:cs typeface="Gill Sans"/>
              </a:defRPr>
            </a:lvl2pPr>
            <a:lvl3pPr>
              <a:defRPr sz="1400" b="0" i="0">
                <a:solidFill>
                  <a:srgbClr val="4D4D4F"/>
                </a:solidFill>
                <a:latin typeface="Gill Sans"/>
                <a:cs typeface="Gill Sans"/>
              </a:defRPr>
            </a:lvl3pPr>
            <a:lvl4pPr>
              <a:defRPr sz="1400" b="0" i="0">
                <a:solidFill>
                  <a:srgbClr val="4D4D4F"/>
                </a:solidFill>
                <a:latin typeface="Gill Sans"/>
                <a:cs typeface="Gill Sans"/>
              </a:defRPr>
            </a:lvl4pPr>
            <a:lvl5pPr>
              <a:defRPr sz="1400" b="0" i="0">
                <a:solidFill>
                  <a:srgbClr val="4D4D4F"/>
                </a:solidFill>
                <a:latin typeface="Gill Sans"/>
                <a:cs typeface="Gill Sans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8" y="1151335"/>
            <a:ext cx="4041774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b="0" i="0">
                <a:solidFill>
                  <a:srgbClr val="4D4D4F"/>
                </a:solidFill>
                <a:latin typeface="Gill Sans"/>
                <a:cs typeface="Gill San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8" y="1631156"/>
            <a:ext cx="4041774" cy="2963466"/>
          </a:xfrm>
          <a:prstGeom prst="rect">
            <a:avLst/>
          </a:prstGeom>
        </p:spPr>
        <p:txBody>
          <a:bodyPr/>
          <a:lstStyle>
            <a:lvl1pPr>
              <a:defRPr sz="1600" b="0" i="0">
                <a:solidFill>
                  <a:srgbClr val="4D4D4F"/>
                </a:solidFill>
                <a:latin typeface="Gill Sans"/>
                <a:cs typeface="Gill Sans"/>
              </a:defRPr>
            </a:lvl1pPr>
            <a:lvl2pPr>
              <a:defRPr sz="1400" b="0" i="0">
                <a:solidFill>
                  <a:srgbClr val="4D4D4F"/>
                </a:solidFill>
                <a:latin typeface="Gill Sans"/>
                <a:cs typeface="Gill Sans"/>
              </a:defRPr>
            </a:lvl2pPr>
            <a:lvl3pPr>
              <a:defRPr sz="1400" b="0" i="0">
                <a:solidFill>
                  <a:srgbClr val="4D4D4F"/>
                </a:solidFill>
                <a:latin typeface="Gill Sans"/>
                <a:cs typeface="Gill Sans"/>
              </a:defRPr>
            </a:lvl3pPr>
            <a:lvl4pPr>
              <a:defRPr sz="1400" b="0" i="0">
                <a:solidFill>
                  <a:srgbClr val="4D4D4F"/>
                </a:solidFill>
                <a:latin typeface="Gill Sans"/>
                <a:cs typeface="Gill Sans"/>
              </a:defRPr>
            </a:lvl4pPr>
            <a:lvl5pPr>
              <a:defRPr sz="1400" b="0" i="0">
                <a:solidFill>
                  <a:srgbClr val="4D4D4F"/>
                </a:solidFill>
                <a:latin typeface="Gill Sans"/>
                <a:cs typeface="Gill Sans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Rectangle 9"/>
          <p:cNvSpPr/>
          <p:nvPr userDrawn="1"/>
        </p:nvSpPr>
        <p:spPr>
          <a:xfrm>
            <a:off x="0" y="0"/>
            <a:ext cx="9144000" cy="590550"/>
          </a:xfrm>
          <a:prstGeom prst="rect">
            <a:avLst/>
          </a:prstGeom>
          <a:solidFill>
            <a:srgbClr val="8DC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>
            <a:prstTxWarp prst="textNoShape">
              <a:avLst/>
            </a:prstTxWarp>
          </a:bodyPr>
          <a:lstStyle/>
          <a:p>
            <a:pPr algn="ctr"/>
            <a:endParaRPr lang="en-US">
              <a:solidFill>
                <a:srgbClr val="FFFFFF"/>
              </a:solidFill>
              <a:ea typeface="ＭＳ Ｐゴシック" pitchFamily="3" charset="-128"/>
              <a:cs typeface="ＭＳ Ｐゴシック" pitchFamily="3" charset="-128"/>
            </a:endParaRPr>
          </a:p>
        </p:txBody>
      </p:sp>
      <p:sp>
        <p:nvSpPr>
          <p:cNvPr id="11" name="Rectangle 10"/>
          <p:cNvSpPr/>
          <p:nvPr userDrawn="1"/>
        </p:nvSpPr>
        <p:spPr>
          <a:xfrm>
            <a:off x="0" y="590550"/>
            <a:ext cx="9144000" cy="46038"/>
          </a:xfrm>
          <a:prstGeom prst="rect">
            <a:avLst/>
          </a:prstGeom>
          <a:solidFill>
            <a:srgbClr val="27A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>
            <a:prstTxWarp prst="textNoShape">
              <a:avLst/>
            </a:prstTxWarp>
          </a:bodyPr>
          <a:lstStyle/>
          <a:p>
            <a:pPr algn="ctr"/>
            <a:endParaRPr lang="en-US">
              <a:solidFill>
                <a:srgbClr val="FFFFFF"/>
              </a:solidFill>
              <a:ea typeface="ＭＳ Ｐゴシック" pitchFamily="3" charset="-128"/>
              <a:cs typeface="ＭＳ Ｐゴシック" pitchFamily="3" charset="-128"/>
            </a:endParaRPr>
          </a:p>
        </p:txBody>
      </p:sp>
      <p:sp>
        <p:nvSpPr>
          <p:cNvPr id="12" name="Title 3"/>
          <p:cNvSpPr>
            <a:spLocks noGrp="1"/>
          </p:cNvSpPr>
          <p:nvPr>
            <p:ph type="title"/>
          </p:nvPr>
        </p:nvSpPr>
        <p:spPr>
          <a:xfrm>
            <a:off x="228600" y="133350"/>
            <a:ext cx="8763000" cy="381000"/>
          </a:xfrm>
          <a:prstGeom prst="rect">
            <a:avLst/>
          </a:prstGeom>
        </p:spPr>
        <p:txBody>
          <a:bodyPr/>
          <a:lstStyle>
            <a:lvl1pPr algn="l">
              <a:defRPr sz="2000" b="1" i="0">
                <a:solidFill>
                  <a:srgbClr val="FFFFFF"/>
                </a:solidFill>
                <a:latin typeface="Gill Sans"/>
                <a:cs typeface="Gill San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0" y="895350"/>
            <a:ext cx="3810000" cy="3810000"/>
          </a:xfrm>
          <a:prstGeom prst="rect">
            <a:avLst/>
          </a:prstGeom>
          <a:solidFill>
            <a:srgbClr val="6D6E7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prstTxWarp prst="textNoShape">
              <a:avLst/>
            </a:prstTxWarp>
          </a:bodyPr>
          <a:lstStyle/>
          <a:p>
            <a:pPr algn="ctr"/>
            <a:endParaRPr lang="en-US">
              <a:solidFill>
                <a:srgbClr val="71B206"/>
              </a:solidFill>
              <a:ea typeface="ＭＳ Ｐゴシック" pitchFamily="3" charset="-128"/>
              <a:cs typeface="ＭＳ Ｐゴシック" pitchFamily="3" charset="-128"/>
            </a:endParaRPr>
          </a:p>
        </p:txBody>
      </p:sp>
      <p:sp>
        <p:nvSpPr>
          <p:cNvPr id="6" name="Rectangle 5"/>
          <p:cNvSpPr/>
          <p:nvPr userDrawn="1"/>
        </p:nvSpPr>
        <p:spPr>
          <a:xfrm>
            <a:off x="0" y="0"/>
            <a:ext cx="3810000" cy="895350"/>
          </a:xfrm>
          <a:prstGeom prst="rect">
            <a:avLst/>
          </a:prstGeom>
          <a:solidFill>
            <a:srgbClr val="8DC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>
            <a:prstTxWarp prst="textNoShape">
              <a:avLst/>
            </a:prstTxWarp>
          </a:bodyPr>
          <a:lstStyle/>
          <a:p>
            <a:pPr algn="ctr"/>
            <a:endParaRPr lang="en-US">
              <a:solidFill>
                <a:srgbClr val="FFFFFF"/>
              </a:solidFill>
              <a:ea typeface="ＭＳ Ｐゴシック" pitchFamily="3" charset="-128"/>
              <a:cs typeface="ＭＳ Ｐゴシック" pitchFamily="3" charset="-128"/>
            </a:endParaRPr>
          </a:p>
        </p:txBody>
      </p:sp>
      <p:sp>
        <p:nvSpPr>
          <p:cNvPr id="8" name="Rectangle 7"/>
          <p:cNvSpPr/>
          <p:nvPr userDrawn="1"/>
        </p:nvSpPr>
        <p:spPr>
          <a:xfrm>
            <a:off x="0" y="895350"/>
            <a:ext cx="3810000" cy="46038"/>
          </a:xfrm>
          <a:prstGeom prst="rect">
            <a:avLst/>
          </a:prstGeom>
          <a:solidFill>
            <a:srgbClr val="27A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>
            <a:prstTxWarp prst="textNoShape">
              <a:avLst/>
            </a:prstTxWarp>
          </a:bodyPr>
          <a:lstStyle/>
          <a:p>
            <a:pPr algn="ctr"/>
            <a:endParaRPr lang="en-US">
              <a:solidFill>
                <a:srgbClr val="FFFFFF"/>
              </a:solidFill>
              <a:ea typeface="ＭＳ Ｐゴシック" pitchFamily="3" charset="-128"/>
              <a:cs typeface="ＭＳ Ｐゴシック" pitchFamily="3" charset="-128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133350"/>
            <a:ext cx="3505200" cy="538163"/>
          </a:xfrm>
          <a:prstGeom prst="rect">
            <a:avLst/>
          </a:prstGeom>
        </p:spPr>
        <p:txBody>
          <a:bodyPr anchor="t"/>
          <a:lstStyle>
            <a:lvl1pPr algn="l">
              <a:defRPr sz="2000" b="1" i="0">
                <a:solidFill>
                  <a:srgbClr val="FFFFFF"/>
                </a:solidFill>
                <a:latin typeface="Gill Sans"/>
                <a:cs typeface="Gill San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962400" y="204789"/>
            <a:ext cx="5029200" cy="4500561"/>
          </a:xfrm>
          <a:prstGeom prst="rect">
            <a:avLst/>
          </a:prstGeom>
        </p:spPr>
        <p:txBody>
          <a:bodyPr/>
          <a:lstStyle>
            <a:lvl1pPr>
              <a:defRPr sz="1600" b="0" i="0" baseline="0">
                <a:solidFill>
                  <a:srgbClr val="4D4D4F"/>
                </a:solidFill>
                <a:latin typeface="Gill Sans"/>
                <a:cs typeface="Gill Sans"/>
              </a:defRPr>
            </a:lvl1pPr>
            <a:lvl2pPr>
              <a:defRPr sz="1400" b="0" i="0">
                <a:solidFill>
                  <a:schemeClr val="accent6"/>
                </a:solidFill>
                <a:latin typeface="Gill Sans"/>
                <a:cs typeface="Gill Sans"/>
              </a:defRPr>
            </a:lvl2pPr>
            <a:lvl3pPr>
              <a:defRPr sz="1400" b="0" i="0">
                <a:solidFill>
                  <a:schemeClr val="accent6"/>
                </a:solidFill>
                <a:latin typeface="Gill Sans"/>
                <a:cs typeface="Gill Sans"/>
              </a:defRPr>
            </a:lvl3pPr>
            <a:lvl4pPr>
              <a:defRPr sz="1600">
                <a:latin typeface="Gill Sans"/>
                <a:cs typeface="Gill Sans"/>
              </a:defRPr>
            </a:lvl4pPr>
            <a:lvl5pPr>
              <a:defRPr sz="1600">
                <a:latin typeface="Gill Sans"/>
                <a:cs typeface="Gill Sans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r>
              <a:rPr lang="en-US" dirty="0"/>
              <a:t>Bullet point 1</a:t>
            </a:r>
          </a:p>
          <a:p>
            <a:pPr lvl="1"/>
            <a:r>
              <a:rPr lang="en-US" dirty="0"/>
              <a:t>Bullet Point 2</a:t>
            </a:r>
          </a:p>
          <a:p>
            <a:pPr lvl="1"/>
            <a:r>
              <a:rPr lang="en-US" dirty="0"/>
              <a:t>Bullet Point 2A</a:t>
            </a:r>
          </a:p>
          <a:p>
            <a:pPr lvl="2"/>
            <a:r>
              <a:rPr lang="en-US" dirty="0"/>
              <a:t>Bullet Point 3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228600" y="1123950"/>
            <a:ext cx="3352800" cy="3429000"/>
          </a:xfrm>
          <a:prstGeom prst="rect">
            <a:avLst/>
          </a:prstGeom>
        </p:spPr>
        <p:txBody>
          <a:bodyPr/>
          <a:lstStyle>
            <a:lvl1pPr marL="285750" indent="-285750">
              <a:buFont typeface="Arial"/>
              <a:buChar char="•"/>
              <a:defRPr sz="1600" b="0" i="0">
                <a:solidFill>
                  <a:schemeClr val="bg2"/>
                </a:solidFill>
                <a:latin typeface="Gill Sans"/>
                <a:cs typeface="Gill Sans"/>
              </a:defRPr>
            </a:lvl1pPr>
            <a:lvl2pPr marL="628650" indent="-171450">
              <a:buFont typeface="Arial"/>
              <a:buChar char="•"/>
              <a:defRPr sz="1400" b="0" i="0">
                <a:solidFill>
                  <a:schemeClr val="bg2"/>
                </a:solidFill>
              </a:defRPr>
            </a:lvl2pPr>
            <a:lvl3pPr marL="1085850" indent="-171450">
              <a:buFont typeface="Arial"/>
              <a:buChar char="•"/>
              <a:defRPr sz="1400" b="0" i="0">
                <a:solidFill>
                  <a:schemeClr val="bg2"/>
                </a:solidFill>
              </a:defRPr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r>
              <a:rPr lang="en-US" dirty="0"/>
              <a:t>Bullet point 1</a:t>
            </a:r>
          </a:p>
          <a:p>
            <a:pPr lvl="1"/>
            <a:r>
              <a:rPr lang="en-US" dirty="0"/>
              <a:t>Bullet Point 2</a:t>
            </a:r>
          </a:p>
          <a:p>
            <a:pPr lvl="1"/>
            <a:r>
              <a:rPr lang="en-US" dirty="0"/>
              <a:t>Bullet Point 2A</a:t>
            </a:r>
          </a:p>
          <a:p>
            <a:pPr lvl="2"/>
            <a:r>
              <a:rPr lang="en-US" dirty="0"/>
              <a:t>Bullet Point 3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0" y="3333750"/>
            <a:ext cx="9144000" cy="1371600"/>
          </a:xfrm>
          <a:prstGeom prst="rect">
            <a:avLst/>
          </a:prstGeom>
          <a:solidFill>
            <a:srgbClr val="8DC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>
            <a:prstTxWarp prst="textNoShape">
              <a:avLst/>
            </a:prstTxWarp>
          </a:bodyPr>
          <a:lstStyle/>
          <a:p>
            <a:pPr algn="ctr"/>
            <a:endParaRPr lang="en-US">
              <a:solidFill>
                <a:srgbClr val="FFFFFF"/>
              </a:solidFill>
              <a:ea typeface="ＭＳ Ｐゴシック" pitchFamily="3" charset="-128"/>
              <a:cs typeface="ＭＳ Ｐゴシック" pitchFamily="3" charset="-128"/>
            </a:endParaRPr>
          </a:p>
        </p:txBody>
      </p:sp>
      <p:sp>
        <p:nvSpPr>
          <p:cNvPr id="7" name="Rectangle 6"/>
          <p:cNvSpPr/>
          <p:nvPr userDrawn="1"/>
        </p:nvSpPr>
        <p:spPr>
          <a:xfrm>
            <a:off x="0" y="3333750"/>
            <a:ext cx="9144000" cy="46038"/>
          </a:xfrm>
          <a:prstGeom prst="rect">
            <a:avLst/>
          </a:prstGeom>
          <a:solidFill>
            <a:srgbClr val="27A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>
            <a:prstTxWarp prst="textNoShape">
              <a:avLst/>
            </a:prstTxWarp>
          </a:bodyPr>
          <a:lstStyle/>
          <a:p>
            <a:pPr algn="ctr"/>
            <a:endParaRPr lang="en-US">
              <a:solidFill>
                <a:srgbClr val="FFFFFF"/>
              </a:solidFill>
              <a:ea typeface="ＭＳ Ｐゴシック" pitchFamily="3" charset="-128"/>
              <a:cs typeface="ＭＳ Ｐゴシック" pitchFamily="3" charset="-128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3448049"/>
            <a:ext cx="8534400" cy="425054"/>
          </a:xfrm>
          <a:prstGeom prst="rect">
            <a:avLst/>
          </a:prstGeom>
        </p:spPr>
        <p:txBody>
          <a:bodyPr anchor="t"/>
          <a:lstStyle>
            <a:lvl1pPr algn="l">
              <a:defRPr sz="2800" b="1" i="0">
                <a:solidFill>
                  <a:srgbClr val="FFFFFF"/>
                </a:solidFill>
                <a:latin typeface="Gill Sans"/>
                <a:cs typeface="Gill San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04800" y="247650"/>
            <a:ext cx="8534400" cy="2933700"/>
          </a:xfrm>
          <a:prstGeom prst="rect">
            <a:avLst/>
          </a:prstGeom>
        </p:spPr>
        <p:txBody>
          <a:bodyPr rtlCol="0">
            <a:normAutofit/>
          </a:bodyPr>
          <a:lstStyle>
            <a:lvl1pPr marL="0" indent="0">
              <a:buNone/>
              <a:defRPr sz="3200" b="0" i="0">
                <a:solidFill>
                  <a:srgbClr val="4D4D4F"/>
                </a:solidFill>
                <a:latin typeface="Gill Sans"/>
                <a:cs typeface="Gill Sans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4800" y="3943350"/>
            <a:ext cx="8534400" cy="685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0" i="0">
                <a:solidFill>
                  <a:srgbClr val="FFFFFF"/>
                </a:solidFill>
                <a:latin typeface="Gill Sans"/>
                <a:cs typeface="Gill San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, title +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051"/>
            <a:ext cx="9144000" cy="4745698"/>
          </a:xfrm>
          <a:prstGeom prst="rect">
            <a:avLst/>
          </a:prstGeom>
        </p:spPr>
      </p:pic>
      <p:sp>
        <p:nvSpPr>
          <p:cNvPr id="4" name="Title 1"/>
          <p:cNvSpPr txBox="1">
            <a:spLocks/>
          </p:cNvSpPr>
          <p:nvPr userDrawn="1"/>
        </p:nvSpPr>
        <p:spPr bwMode="auto">
          <a:xfrm>
            <a:off x="304800" y="1504950"/>
            <a:ext cx="8458200" cy="838200"/>
          </a:xfrm>
          <a:prstGeom prst="rect">
            <a:avLst/>
          </a:prstGeom>
          <a:solidFill>
            <a:schemeClr val="tx1">
              <a:alpha val="69019"/>
            </a:schemeClr>
          </a:solidFill>
          <a:ln w="9525">
            <a:noFill/>
            <a:miter lim="800000"/>
            <a:headEnd/>
            <a:tailEnd/>
          </a:ln>
        </p:spPr>
        <p:txBody>
          <a:bodyPr anchor="ctr">
            <a:prstTxWarp prst="textNoShape">
              <a:avLst/>
            </a:prstTxWarp>
          </a:bodyPr>
          <a:lstStyle/>
          <a:p>
            <a:pPr lvl="1" eaLnBrk="0" hangingPunct="0"/>
            <a:endParaRPr lang="en-US" sz="3600" dirty="0">
              <a:solidFill>
                <a:schemeClr val="accent1"/>
              </a:solidFill>
              <a:latin typeface="Gill Sans SemiBold" pitchFamily="3" charset="0"/>
              <a:ea typeface="Gill Sans SemiBold" pitchFamily="3" charset="0"/>
              <a:cs typeface="Gill Sans SemiBold" pitchFamily="3" charset="0"/>
            </a:endParaRPr>
          </a:p>
        </p:txBody>
      </p:sp>
      <p:sp>
        <p:nvSpPr>
          <p:cNvPr id="5" name="Title 1"/>
          <p:cNvSpPr txBox="1">
            <a:spLocks/>
          </p:cNvSpPr>
          <p:nvPr userDrawn="1"/>
        </p:nvSpPr>
        <p:spPr bwMode="auto">
          <a:xfrm>
            <a:off x="304800" y="2647950"/>
            <a:ext cx="8458200" cy="838200"/>
          </a:xfrm>
          <a:prstGeom prst="rect">
            <a:avLst/>
          </a:prstGeom>
          <a:solidFill>
            <a:schemeClr val="tx1">
              <a:alpha val="69019"/>
            </a:schemeClr>
          </a:solidFill>
          <a:ln w="9525">
            <a:noFill/>
            <a:miter lim="800000"/>
            <a:headEnd/>
            <a:tailEnd/>
          </a:ln>
        </p:spPr>
        <p:txBody>
          <a:bodyPr anchor="ctr">
            <a:prstTxWarp prst="textNoShape">
              <a:avLst/>
            </a:prstTxWarp>
          </a:bodyPr>
          <a:lstStyle/>
          <a:p>
            <a:pPr lvl="1" eaLnBrk="0" hangingPunct="0"/>
            <a:endParaRPr lang="en-US" sz="2800" dirty="0">
              <a:solidFill>
                <a:schemeClr val="bg1"/>
              </a:solidFill>
              <a:latin typeface="Gill Sans SemiBold" pitchFamily="3" charset="0"/>
              <a:ea typeface="Gill Sans SemiBold" pitchFamily="3" charset="0"/>
              <a:cs typeface="Gill Sans SemiBold" pitchFamily="3" charset="0"/>
            </a:endParaRPr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1657350"/>
            <a:ext cx="8229600" cy="533400"/>
          </a:xfrm>
          <a:prstGeom prst="rect">
            <a:avLst/>
          </a:prstGeom>
        </p:spPr>
        <p:txBody>
          <a:bodyPr vert="horz" anchor="t"/>
          <a:lstStyle>
            <a:lvl1pPr algn="l">
              <a:defRPr sz="2800" b="1" i="0">
                <a:solidFill>
                  <a:srgbClr val="FFFFFF"/>
                </a:solidFill>
                <a:latin typeface="Gill Sans"/>
                <a:cs typeface="Gill San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0"/>
          </p:nvPr>
        </p:nvSpPr>
        <p:spPr>
          <a:xfrm>
            <a:off x="457200" y="2800350"/>
            <a:ext cx="8229600" cy="609600"/>
          </a:xfrm>
          <a:prstGeom prst="rect">
            <a:avLst/>
          </a:prstGeom>
        </p:spPr>
        <p:txBody>
          <a:bodyPr vert="horz"/>
          <a:lstStyle>
            <a:lvl1pPr marL="0" indent="0">
              <a:buFontTx/>
              <a:buNone/>
              <a:defRPr sz="2400" b="0" i="0">
                <a:solidFill>
                  <a:srgbClr val="FFFFFF"/>
                </a:solidFill>
                <a:latin typeface="Gill Sans"/>
                <a:cs typeface="Gill San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8364161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ckground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Background_07_VE_Logo-01.jpg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51"/>
          <a:stretch/>
        </p:blipFill>
        <p:spPr>
          <a:xfrm>
            <a:off x="0" y="-11579"/>
            <a:ext cx="9144000" cy="4700587"/>
          </a:xfrm>
          <a:prstGeom prst="rect">
            <a:avLst/>
          </a:prstGeom>
          <a:ln>
            <a:noFill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876550"/>
            <a:ext cx="8229600" cy="857250"/>
          </a:xfrm>
          <a:prstGeom prst="rect">
            <a:avLst/>
          </a:prstGeom>
        </p:spPr>
        <p:txBody>
          <a:bodyPr vert="horz"/>
          <a:lstStyle>
            <a:lvl1pPr algn="l">
              <a:defRPr sz="2800" b="1" i="0" cap="none" spc="0" baseline="0">
                <a:ln>
                  <a:noFill/>
                </a:ln>
                <a:solidFill>
                  <a:srgbClr val="FFFFFF"/>
                </a:solidFill>
                <a:effectLst/>
                <a:latin typeface="Gill Sans"/>
                <a:cs typeface="Gill San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457200" y="3790950"/>
            <a:ext cx="6019800" cy="457200"/>
          </a:xfrm>
          <a:prstGeom prst="rect">
            <a:avLst/>
          </a:prstGeom>
        </p:spPr>
        <p:txBody>
          <a:bodyPr vert="horz"/>
          <a:lstStyle>
            <a:lvl1pPr marL="0" indent="0">
              <a:buFontTx/>
              <a:buNone/>
              <a:defRPr sz="2000" b="0" i="0">
                <a:solidFill>
                  <a:srgbClr val="FFFFFF"/>
                </a:solidFill>
                <a:latin typeface="Gill Sans"/>
                <a:cs typeface="Gill Sans"/>
              </a:defRPr>
            </a:lvl1pPr>
            <a:lvl2pPr marL="457200" indent="0">
              <a:buFontTx/>
              <a:buNone/>
              <a:defRPr>
                <a:solidFill>
                  <a:srgbClr val="FFFFFF"/>
                </a:solidFill>
              </a:defRPr>
            </a:lvl2pPr>
            <a:lvl3pPr marL="914400" indent="0">
              <a:buFontTx/>
              <a:buNone/>
              <a:defRPr>
                <a:solidFill>
                  <a:srgbClr val="FFFFFF"/>
                </a:solidFill>
              </a:defRPr>
            </a:lvl3pPr>
            <a:lvl4pPr marL="1371600" indent="0">
              <a:buFontTx/>
              <a:buNone/>
              <a:defRPr>
                <a:solidFill>
                  <a:srgbClr val="FFFFFF"/>
                </a:solidFill>
              </a:defRPr>
            </a:lvl4pPr>
            <a:lvl5pPr marL="1828800" indent="0">
              <a:buFontTx/>
              <a:buNone/>
              <a:defRPr>
                <a:solidFill>
                  <a:srgbClr val="FFFFFF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5622766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ckground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3" descr="Background_02-01.jpg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auto">
          <a:xfrm>
            <a:off x="0" y="-11579"/>
            <a:ext cx="9144000" cy="47005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457200" y="2876550"/>
            <a:ext cx="8229600" cy="857250"/>
          </a:xfrm>
          <a:prstGeom prst="rect">
            <a:avLst/>
          </a:prstGeom>
        </p:spPr>
        <p:txBody>
          <a:bodyPr vert="horz"/>
          <a:lstStyle>
            <a:lvl1pPr algn="l">
              <a:defRPr sz="2800" b="1" i="0" cap="none" spc="0" baseline="0">
                <a:ln>
                  <a:noFill/>
                </a:ln>
                <a:solidFill>
                  <a:srgbClr val="FFFFFF"/>
                </a:solidFill>
                <a:effectLst/>
                <a:latin typeface="Gill Sans"/>
                <a:cs typeface="Gill San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457200" y="3790950"/>
            <a:ext cx="6019800" cy="457200"/>
          </a:xfrm>
          <a:prstGeom prst="rect">
            <a:avLst/>
          </a:prstGeom>
        </p:spPr>
        <p:txBody>
          <a:bodyPr vert="horz"/>
          <a:lstStyle>
            <a:lvl1pPr marL="0" indent="0">
              <a:buFontTx/>
              <a:buNone/>
              <a:defRPr sz="2000" b="0" i="0">
                <a:solidFill>
                  <a:srgbClr val="FFFFFF"/>
                </a:solidFill>
                <a:latin typeface="Gill Sans"/>
                <a:cs typeface="Gill Sans"/>
              </a:defRPr>
            </a:lvl1pPr>
            <a:lvl2pPr marL="457200" indent="0">
              <a:buFontTx/>
              <a:buNone/>
              <a:defRPr>
                <a:solidFill>
                  <a:srgbClr val="FFFFFF"/>
                </a:solidFill>
              </a:defRPr>
            </a:lvl2pPr>
            <a:lvl3pPr marL="914400" indent="0">
              <a:buFontTx/>
              <a:buNone/>
              <a:defRPr>
                <a:solidFill>
                  <a:srgbClr val="FFFFFF"/>
                </a:solidFill>
              </a:defRPr>
            </a:lvl3pPr>
            <a:lvl4pPr marL="1371600" indent="0">
              <a:buFontTx/>
              <a:buNone/>
              <a:defRPr>
                <a:solidFill>
                  <a:srgbClr val="FFFFFF"/>
                </a:solidFill>
              </a:defRPr>
            </a:lvl4pPr>
            <a:lvl5pPr marL="1828800" indent="0">
              <a:buFontTx/>
              <a:buNone/>
              <a:defRPr>
                <a:solidFill>
                  <a:srgbClr val="FFFFFF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30225246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952750"/>
            <a:ext cx="7772400" cy="609600"/>
          </a:xfrm>
          <a:prstGeom prst="rect">
            <a:avLst/>
          </a:prstGeom>
        </p:spPr>
        <p:txBody>
          <a:bodyPr/>
          <a:lstStyle>
            <a:lvl1pPr algn="l">
              <a:defRPr sz="2800" b="1" i="0">
                <a:solidFill>
                  <a:srgbClr val="FFFFFF"/>
                </a:solidFill>
                <a:latin typeface="Gill Sans"/>
                <a:cs typeface="Gill Sans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Subtitle 6"/>
          <p:cNvSpPr>
            <a:spLocks noGrp="1"/>
          </p:cNvSpPr>
          <p:nvPr>
            <p:ph type="subTitle" idx="1"/>
          </p:nvPr>
        </p:nvSpPr>
        <p:spPr>
          <a:xfrm>
            <a:off x="685800" y="3562350"/>
            <a:ext cx="7772400" cy="685800"/>
          </a:xfrm>
          <a:prstGeom prst="rect">
            <a:avLst/>
          </a:prstGeom>
          <a:noFill/>
        </p:spPr>
        <p:txBody>
          <a:bodyPr/>
          <a:lstStyle>
            <a:lvl1pPr marL="0" indent="0" algn="l">
              <a:buFontTx/>
              <a:buNone/>
              <a:defRPr sz="2000" b="0" i="0">
                <a:solidFill>
                  <a:srgbClr val="FFFFFF"/>
                </a:solidFill>
                <a:latin typeface="Gill Sans"/>
                <a:cs typeface="Gill Sans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802731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1665120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0"/>
            <a:ext cx="9144000" cy="4705350"/>
          </a:xfrm>
          <a:prstGeom prst="rect">
            <a:avLst/>
          </a:prstGeom>
          <a:solidFill>
            <a:srgbClr val="8DC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>
            <a:prstTxWarp prst="textNoShape">
              <a:avLst/>
            </a:prstTxWarp>
          </a:bodyPr>
          <a:lstStyle/>
          <a:p>
            <a:pPr algn="ctr"/>
            <a:endParaRPr lang="en-US" sz="1350" dirty="0">
              <a:solidFill>
                <a:srgbClr val="FFFFFF"/>
              </a:solidFill>
              <a:ea typeface="ＭＳ Ｐゴシック" pitchFamily="3" charset="-128"/>
              <a:cs typeface="ＭＳ Ｐゴシック" pitchFamily="3" charset="-128"/>
            </a:endParaRPr>
          </a:p>
        </p:txBody>
      </p:sp>
      <p:pic>
        <p:nvPicPr>
          <p:cNvPr id="5" name="Picture 1" descr="Shell licensee_blue.png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620000" y="4814889"/>
            <a:ext cx="1219200" cy="195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Rectangle 4"/>
          <p:cNvSpPr>
            <a:spLocks noChangeArrowheads="1"/>
          </p:cNvSpPr>
          <p:nvPr userDrawn="1"/>
        </p:nvSpPr>
        <p:spPr bwMode="auto">
          <a:xfrm>
            <a:off x="3306766" y="4845052"/>
            <a:ext cx="2255837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algn="ctr"/>
            <a:r>
              <a:rPr lang="en-GB" sz="1050" baseline="30000" dirty="0">
                <a:solidFill>
                  <a:srgbClr val="5A5B5E"/>
                </a:solidFill>
                <a:latin typeface="Gill Sans Light" pitchFamily="3" charset="0"/>
                <a:ea typeface="Gill Sans Light" pitchFamily="3" charset="0"/>
                <a:cs typeface="Gill Sans Light" pitchFamily="3" charset="0"/>
              </a:rPr>
              <a:t>Shell trademarks used under license</a:t>
            </a:r>
          </a:p>
        </p:txBody>
      </p:sp>
      <p:sp>
        <p:nvSpPr>
          <p:cNvPr id="7" name="Title 5"/>
          <p:cNvSpPr>
            <a:spLocks noGrp="1"/>
          </p:cNvSpPr>
          <p:nvPr>
            <p:ph type="ctrTitle"/>
          </p:nvPr>
        </p:nvSpPr>
        <p:spPr>
          <a:xfrm>
            <a:off x="685800" y="1598615"/>
            <a:ext cx="7772400" cy="1101725"/>
          </a:xfrm>
          <a:prstGeom prst="rect">
            <a:avLst/>
          </a:prstGeom>
        </p:spPr>
        <p:txBody>
          <a:bodyPr/>
          <a:lstStyle>
            <a:lvl1pPr>
              <a:defRPr b="1" i="0">
                <a:solidFill>
                  <a:schemeClr val="bg1"/>
                </a:solidFill>
                <a:latin typeface="Gill Sans"/>
                <a:cs typeface="Gill San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Subtitle 6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  <a:noFill/>
        </p:spPr>
        <p:txBody>
          <a:bodyPr/>
          <a:lstStyle>
            <a:lvl1pPr marL="0" indent="0" algn="ctr">
              <a:buFontTx/>
              <a:buNone/>
              <a:defRPr b="0" i="0">
                <a:solidFill>
                  <a:srgbClr val="FFFFFF"/>
                </a:solidFill>
                <a:latin typeface="Gill Sans"/>
                <a:cs typeface="Gill Sans"/>
              </a:defRPr>
            </a:lvl1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945938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0"/>
            <a:ext cx="9144000" cy="4705350"/>
          </a:xfrm>
          <a:prstGeom prst="rect">
            <a:avLst/>
          </a:prstGeom>
          <a:solidFill>
            <a:srgbClr val="8DC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>
            <a:prstTxWarp prst="textNoShape">
              <a:avLst/>
            </a:prstTxWarp>
          </a:bodyPr>
          <a:lstStyle/>
          <a:p>
            <a:pPr algn="ctr"/>
            <a:endParaRPr lang="en-US" sz="1350" dirty="0">
              <a:solidFill>
                <a:srgbClr val="FFFFFF"/>
              </a:solidFill>
              <a:ea typeface="ＭＳ Ｐゴシック" pitchFamily="3" charset="-128"/>
              <a:cs typeface="ＭＳ Ｐゴシック" pitchFamily="3" charset="-128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80035"/>
            <a:ext cx="7772400" cy="112514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100" b="1" i="0">
                <a:solidFill>
                  <a:srgbClr val="FFFFFF"/>
                </a:solidFill>
                <a:latin typeface="Gill Sans"/>
                <a:cs typeface="Gill Sans"/>
              </a:defRPr>
            </a:lvl1pPr>
            <a:lvl2pPr marL="342892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783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675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566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457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348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24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132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"/>
          <p:cNvSpPr>
            <a:spLocks noGrp="1"/>
          </p:cNvSpPr>
          <p:nvPr>
            <p:ph type="body" idx="10"/>
          </p:nvPr>
        </p:nvSpPr>
        <p:spPr>
          <a:xfrm>
            <a:off x="685800" y="3333750"/>
            <a:ext cx="7772400" cy="45720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500" b="0" i="0">
                <a:solidFill>
                  <a:srgbClr val="FFFFFF"/>
                </a:solidFill>
                <a:latin typeface="Gill Sans"/>
                <a:cs typeface="Gill Sans"/>
              </a:defRPr>
            </a:lvl1pPr>
            <a:lvl2pPr marL="342892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783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675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566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457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348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24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132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5968909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0"/>
            <a:ext cx="9144000" cy="590550"/>
          </a:xfrm>
          <a:prstGeom prst="rect">
            <a:avLst/>
          </a:prstGeom>
          <a:solidFill>
            <a:srgbClr val="8DC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>
            <a:prstTxWarp prst="textNoShape">
              <a:avLst/>
            </a:prstTxWarp>
          </a:bodyPr>
          <a:lstStyle/>
          <a:p>
            <a:pPr algn="ctr"/>
            <a:endParaRPr lang="en-US" sz="1350" dirty="0">
              <a:solidFill>
                <a:srgbClr val="FFFFFF"/>
              </a:solidFill>
              <a:ea typeface="ＭＳ Ｐゴシック" pitchFamily="3" charset="-128"/>
              <a:cs typeface="ＭＳ Ｐゴシック" pitchFamily="3" charset="-128"/>
            </a:endParaRPr>
          </a:p>
        </p:txBody>
      </p:sp>
      <p:pic>
        <p:nvPicPr>
          <p:cNvPr id="7" name="Picture 1" descr="Shell licensee_blue.png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620000" y="4814889"/>
            <a:ext cx="1219200" cy="195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Rectangle 7"/>
          <p:cNvSpPr/>
          <p:nvPr userDrawn="1"/>
        </p:nvSpPr>
        <p:spPr>
          <a:xfrm>
            <a:off x="0" y="590550"/>
            <a:ext cx="9144000" cy="46038"/>
          </a:xfrm>
          <a:prstGeom prst="rect">
            <a:avLst/>
          </a:prstGeom>
          <a:solidFill>
            <a:srgbClr val="27A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>
            <a:prstTxWarp prst="textNoShape">
              <a:avLst/>
            </a:prstTxWarp>
          </a:bodyPr>
          <a:lstStyle/>
          <a:p>
            <a:pPr algn="ctr"/>
            <a:endParaRPr lang="en-US" sz="1350" dirty="0">
              <a:solidFill>
                <a:srgbClr val="FFFFFF"/>
              </a:solidFill>
              <a:ea typeface="ＭＳ Ｐゴシック" pitchFamily="3" charset="-128"/>
              <a:cs typeface="ＭＳ Ｐゴシック" pitchFamily="3" charset="-128"/>
            </a:endParaRPr>
          </a:p>
        </p:txBody>
      </p:sp>
      <p:sp>
        <p:nvSpPr>
          <p:cNvPr id="5" name="Title 3"/>
          <p:cNvSpPr>
            <a:spLocks noGrp="1"/>
          </p:cNvSpPr>
          <p:nvPr>
            <p:ph type="title"/>
          </p:nvPr>
        </p:nvSpPr>
        <p:spPr>
          <a:xfrm>
            <a:off x="228600" y="133350"/>
            <a:ext cx="8763000" cy="381000"/>
          </a:xfrm>
          <a:prstGeom prst="rect">
            <a:avLst/>
          </a:prstGeom>
        </p:spPr>
        <p:txBody>
          <a:bodyPr/>
          <a:lstStyle>
            <a:lvl1pPr algn="l">
              <a:defRPr sz="1500" b="1" i="0">
                <a:solidFill>
                  <a:srgbClr val="FFFFFF"/>
                </a:solidFill>
                <a:latin typeface="Gill Sans"/>
                <a:cs typeface="Gill San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Content Placeholder 4"/>
          <p:cNvSpPr>
            <a:spLocks noGrp="1"/>
          </p:cNvSpPr>
          <p:nvPr>
            <p:ph idx="1" hasCustomPrompt="1"/>
          </p:nvPr>
        </p:nvSpPr>
        <p:spPr>
          <a:xfrm>
            <a:off x="228600" y="742950"/>
            <a:ext cx="8763000" cy="3886200"/>
          </a:xfrm>
          <a:prstGeom prst="rect">
            <a:avLst/>
          </a:prstGeom>
        </p:spPr>
        <p:txBody>
          <a:bodyPr/>
          <a:lstStyle>
            <a:lvl1pPr marL="128585" indent="-128585">
              <a:buFont typeface="Arial"/>
              <a:buChar char="•"/>
              <a:defRPr sz="1200" b="0" i="0" baseline="0">
                <a:solidFill>
                  <a:srgbClr val="4D4D4F"/>
                </a:solidFill>
                <a:latin typeface="Gill Sans"/>
                <a:cs typeface="Gill Sans"/>
              </a:defRPr>
            </a:lvl1pPr>
            <a:lvl2pPr>
              <a:defRPr sz="1050" b="0" i="0" baseline="0">
                <a:solidFill>
                  <a:srgbClr val="4D4D4F"/>
                </a:solidFill>
                <a:latin typeface="Gill Sans"/>
                <a:cs typeface="Gill Sans"/>
              </a:defRPr>
            </a:lvl2pPr>
            <a:lvl3pPr>
              <a:defRPr sz="1050" b="0" i="0">
                <a:solidFill>
                  <a:srgbClr val="4D4D4F"/>
                </a:solidFill>
              </a:defRPr>
            </a:lvl3pPr>
            <a:lvl4pPr>
              <a:defRPr/>
            </a:lvl4pPr>
          </a:lstStyle>
          <a:p>
            <a:r>
              <a:rPr lang="en-US" dirty="0"/>
              <a:t>Bullet point 1</a:t>
            </a:r>
          </a:p>
          <a:p>
            <a:pPr lvl="1"/>
            <a:r>
              <a:rPr lang="en-US" dirty="0"/>
              <a:t>Bullet Point 2</a:t>
            </a:r>
          </a:p>
          <a:p>
            <a:pPr lvl="1"/>
            <a:r>
              <a:rPr lang="en-US" dirty="0"/>
              <a:t>Bullet Point 2A</a:t>
            </a:r>
          </a:p>
          <a:p>
            <a:pPr lvl="2"/>
            <a:r>
              <a:rPr lang="en-US" dirty="0"/>
              <a:t>Bullet Point 3</a:t>
            </a:r>
          </a:p>
        </p:txBody>
      </p:sp>
    </p:spTree>
    <p:extLst>
      <p:ext uri="{BB962C8B-B14F-4D97-AF65-F5344CB8AC3E}">
        <p14:creationId xmlns:p14="http://schemas.microsoft.com/office/powerpoint/2010/main" val="243050104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0" y="590550"/>
            <a:ext cx="5791200" cy="4114800"/>
          </a:xfrm>
          <a:prstGeom prst="rect">
            <a:avLst/>
          </a:prstGeom>
          <a:solidFill>
            <a:srgbClr val="6D6E7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prstTxWarp prst="textNoShape">
              <a:avLst/>
            </a:prstTxWarp>
          </a:bodyPr>
          <a:lstStyle/>
          <a:p>
            <a:pPr algn="ctr"/>
            <a:endParaRPr lang="en-US" sz="1350" dirty="0">
              <a:solidFill>
                <a:srgbClr val="71B206"/>
              </a:solidFill>
              <a:ea typeface="ＭＳ Ｐゴシック" pitchFamily="3" charset="-128"/>
              <a:cs typeface="ＭＳ Ｐゴシック" pitchFamily="3" charset="-128"/>
            </a:endParaRPr>
          </a:p>
        </p:txBody>
      </p:sp>
      <p:pic>
        <p:nvPicPr>
          <p:cNvPr id="6" name="Picture 1" descr="Shell licensee_blue.png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620000" y="4814889"/>
            <a:ext cx="1219200" cy="195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Rectangle 6"/>
          <p:cNvSpPr/>
          <p:nvPr userDrawn="1"/>
        </p:nvSpPr>
        <p:spPr>
          <a:xfrm>
            <a:off x="0" y="0"/>
            <a:ext cx="9144000" cy="590550"/>
          </a:xfrm>
          <a:prstGeom prst="rect">
            <a:avLst/>
          </a:prstGeom>
          <a:solidFill>
            <a:srgbClr val="8DC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>
            <a:prstTxWarp prst="textNoShape">
              <a:avLst/>
            </a:prstTxWarp>
          </a:bodyPr>
          <a:lstStyle/>
          <a:p>
            <a:pPr algn="ctr"/>
            <a:endParaRPr lang="en-US" sz="1350" dirty="0">
              <a:solidFill>
                <a:srgbClr val="FFFFFF"/>
              </a:solidFill>
              <a:ea typeface="ＭＳ Ｐゴシック" pitchFamily="3" charset="-128"/>
              <a:cs typeface="ＭＳ Ｐゴシック" pitchFamily="3" charset="-128"/>
            </a:endParaRPr>
          </a:p>
        </p:txBody>
      </p:sp>
      <p:sp>
        <p:nvSpPr>
          <p:cNvPr id="8" name="Rectangle 7"/>
          <p:cNvSpPr/>
          <p:nvPr userDrawn="1"/>
        </p:nvSpPr>
        <p:spPr>
          <a:xfrm>
            <a:off x="0" y="590550"/>
            <a:ext cx="9144000" cy="46038"/>
          </a:xfrm>
          <a:prstGeom prst="rect">
            <a:avLst/>
          </a:prstGeom>
          <a:solidFill>
            <a:srgbClr val="27A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>
            <a:prstTxWarp prst="textNoShape">
              <a:avLst/>
            </a:prstTxWarp>
          </a:bodyPr>
          <a:lstStyle/>
          <a:p>
            <a:pPr algn="ctr"/>
            <a:endParaRPr lang="en-US" sz="1350" dirty="0">
              <a:solidFill>
                <a:srgbClr val="FFFFFF"/>
              </a:solidFill>
              <a:ea typeface="ＭＳ Ｐゴシック" pitchFamily="3" charset="-128"/>
              <a:cs typeface="ＭＳ Ｐゴシック" pitchFamily="3" charset="-128"/>
            </a:endParaRPr>
          </a:p>
        </p:txBody>
      </p:sp>
      <p:sp>
        <p:nvSpPr>
          <p:cNvPr id="23" name="Content Placeholder 12"/>
          <p:cNvSpPr>
            <a:spLocks noGrp="1"/>
          </p:cNvSpPr>
          <p:nvPr>
            <p:ph sz="half" idx="1" hasCustomPrompt="1"/>
          </p:nvPr>
        </p:nvSpPr>
        <p:spPr>
          <a:xfrm>
            <a:off x="228600" y="742950"/>
            <a:ext cx="5334000" cy="3810000"/>
          </a:xfrm>
          <a:prstGeom prst="rect">
            <a:avLst/>
          </a:prstGeom>
        </p:spPr>
        <p:txBody>
          <a:bodyPr/>
          <a:lstStyle>
            <a:lvl1pPr marL="214308" indent="-214308">
              <a:buFont typeface="Arial"/>
              <a:buChar char="•"/>
              <a:defRPr sz="1200" b="0" i="0">
                <a:solidFill>
                  <a:schemeClr val="bg1"/>
                </a:solidFill>
                <a:latin typeface="Gill Sans"/>
                <a:cs typeface="Gill Sans"/>
              </a:defRPr>
            </a:lvl1pPr>
            <a:lvl2pPr>
              <a:defRPr sz="1050" b="0" i="0">
                <a:solidFill>
                  <a:schemeClr val="bg1"/>
                </a:solidFill>
                <a:latin typeface="Gill Sans"/>
                <a:cs typeface="Gill Sans"/>
              </a:defRPr>
            </a:lvl2pPr>
            <a:lvl3pPr>
              <a:defRPr sz="1050" b="0" i="0">
                <a:solidFill>
                  <a:schemeClr val="bg1"/>
                </a:solidFill>
              </a:defRPr>
            </a:lvl3pPr>
          </a:lstStyle>
          <a:p>
            <a:r>
              <a:rPr lang="en-US" dirty="0"/>
              <a:t>Bullet point 1</a:t>
            </a:r>
          </a:p>
          <a:p>
            <a:pPr lvl="1"/>
            <a:r>
              <a:rPr lang="en-US" dirty="0"/>
              <a:t>Bullet Point 2</a:t>
            </a:r>
          </a:p>
          <a:p>
            <a:pPr lvl="1"/>
            <a:r>
              <a:rPr lang="en-US" dirty="0"/>
              <a:t>Bullet Point 2A</a:t>
            </a:r>
          </a:p>
          <a:p>
            <a:pPr lvl="2"/>
            <a:r>
              <a:rPr lang="en-US" dirty="0"/>
              <a:t>Bullet Point 3</a:t>
            </a:r>
          </a:p>
          <a:p>
            <a:endParaRPr lang="en-US" dirty="0"/>
          </a:p>
        </p:txBody>
      </p:sp>
      <p:sp>
        <p:nvSpPr>
          <p:cNvPr id="24" name="Content Placeholder 12"/>
          <p:cNvSpPr>
            <a:spLocks noGrp="1"/>
          </p:cNvSpPr>
          <p:nvPr>
            <p:ph sz="half" idx="10" hasCustomPrompt="1"/>
          </p:nvPr>
        </p:nvSpPr>
        <p:spPr>
          <a:xfrm>
            <a:off x="5791200" y="590550"/>
            <a:ext cx="3352800" cy="4114800"/>
          </a:xfrm>
          <a:prstGeom prst="rect">
            <a:avLst/>
          </a:prstGeom>
        </p:spPr>
        <p:txBody>
          <a:bodyPr/>
          <a:lstStyle>
            <a:lvl1pPr marL="128585" indent="-128585">
              <a:buFont typeface="Arial"/>
              <a:buChar char="•"/>
              <a:defRPr sz="1200" b="0" i="0">
                <a:solidFill>
                  <a:srgbClr val="4D4D4F"/>
                </a:solidFill>
                <a:latin typeface="Gill Sans"/>
                <a:cs typeface="Gill Sans"/>
              </a:defRPr>
            </a:lvl1pPr>
            <a:lvl2pPr>
              <a:defRPr sz="1050" b="0" i="0">
                <a:solidFill>
                  <a:srgbClr val="4D4D4F"/>
                </a:solidFill>
                <a:latin typeface="Gill Sans"/>
                <a:cs typeface="Gill Sans"/>
              </a:defRPr>
            </a:lvl2pPr>
            <a:lvl3pPr>
              <a:defRPr sz="1050" b="0" i="0">
                <a:solidFill>
                  <a:srgbClr val="4D4D4F"/>
                </a:solidFill>
              </a:defRPr>
            </a:lvl3pPr>
          </a:lstStyle>
          <a:p>
            <a:r>
              <a:rPr lang="en-US" dirty="0"/>
              <a:t>Bullet point 1</a:t>
            </a:r>
          </a:p>
          <a:p>
            <a:pPr lvl="1"/>
            <a:r>
              <a:rPr lang="en-US" dirty="0"/>
              <a:t>Bullet Point 2</a:t>
            </a:r>
          </a:p>
          <a:p>
            <a:pPr lvl="1"/>
            <a:r>
              <a:rPr lang="en-US" dirty="0"/>
              <a:t>Bullet Point 2A</a:t>
            </a:r>
          </a:p>
          <a:p>
            <a:pPr lvl="2"/>
            <a:r>
              <a:rPr lang="en-US" dirty="0"/>
              <a:t>Bullet Point 3</a:t>
            </a:r>
          </a:p>
          <a:p>
            <a:endParaRPr lang="en-US" dirty="0"/>
          </a:p>
        </p:txBody>
      </p:sp>
      <p:sp>
        <p:nvSpPr>
          <p:cNvPr id="14" name="Title 3"/>
          <p:cNvSpPr>
            <a:spLocks noGrp="1"/>
          </p:cNvSpPr>
          <p:nvPr>
            <p:ph type="title"/>
          </p:nvPr>
        </p:nvSpPr>
        <p:spPr>
          <a:xfrm>
            <a:off x="228600" y="133350"/>
            <a:ext cx="8763000" cy="381000"/>
          </a:xfrm>
          <a:prstGeom prst="rect">
            <a:avLst/>
          </a:prstGeom>
        </p:spPr>
        <p:txBody>
          <a:bodyPr/>
          <a:lstStyle>
            <a:lvl1pPr algn="l">
              <a:defRPr sz="1500" b="1" i="0">
                <a:solidFill>
                  <a:srgbClr val="FFFFFF"/>
                </a:solidFill>
                <a:latin typeface="Gill Sans"/>
                <a:cs typeface="Gill San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191552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457200" y="4767265"/>
            <a:ext cx="2133600" cy="274637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>
                <a:ea typeface="Arial" pitchFamily="3" charset="0"/>
                <a:cs typeface="Arial" pitchFamily="3" charset="0"/>
              </a:defRPr>
            </a:lvl1pPr>
          </a:lstStyle>
          <a:p>
            <a:fld id="{E6FE185F-06E8-3F45-BDE5-EB33BD7C3CC7}" type="datetimeFigureOut">
              <a:rPr lang="en-US"/>
              <a:pPr/>
              <a:t>7/9/2024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124200" y="4767265"/>
            <a:ext cx="2895600" cy="274637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>
                <a:latin typeface="Gill Sans MT" pitchFamily="3" charset="0"/>
              </a:defRPr>
            </a:lvl1pPr>
          </a:lstStyle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553200" y="4767265"/>
            <a:ext cx="2133600" cy="274637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>
                <a:ea typeface="Arial" pitchFamily="3" charset="0"/>
                <a:cs typeface="Arial" pitchFamily="3" charset="0"/>
              </a:defRPr>
            </a:lvl1pPr>
          </a:lstStyle>
          <a:p>
            <a:fld id="{A326CB14-AC33-384C-AF3D-02A49D2FACB1}" type="slidenum">
              <a:rPr lang="en-US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076768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350" b="0" i="0">
                <a:solidFill>
                  <a:srgbClr val="4D4D4F"/>
                </a:solidFill>
                <a:latin typeface="Gill Sans"/>
                <a:cs typeface="Gill Sans"/>
              </a:defRPr>
            </a:lvl1pPr>
            <a:lvl2pPr marL="342892" indent="0">
              <a:buNone/>
              <a:defRPr sz="1500" b="1"/>
            </a:lvl2pPr>
            <a:lvl3pPr marL="685783" indent="0">
              <a:buNone/>
              <a:defRPr sz="1350" b="1"/>
            </a:lvl3pPr>
            <a:lvl4pPr marL="1028675" indent="0">
              <a:buNone/>
              <a:defRPr sz="1200" b="1"/>
            </a:lvl4pPr>
            <a:lvl5pPr marL="1371566" indent="0">
              <a:buNone/>
              <a:defRPr sz="1200" b="1"/>
            </a:lvl5pPr>
            <a:lvl6pPr marL="1714457" indent="0">
              <a:buNone/>
              <a:defRPr sz="1200" b="1"/>
            </a:lvl6pPr>
            <a:lvl7pPr marL="2057348" indent="0">
              <a:buNone/>
              <a:defRPr sz="1200" b="1"/>
            </a:lvl7pPr>
            <a:lvl8pPr marL="2400240" indent="0">
              <a:buNone/>
              <a:defRPr sz="1200" b="1"/>
            </a:lvl8pPr>
            <a:lvl9pPr marL="2743132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  <a:prstGeom prst="rect">
            <a:avLst/>
          </a:prstGeom>
        </p:spPr>
        <p:txBody>
          <a:bodyPr/>
          <a:lstStyle>
            <a:lvl1pPr>
              <a:defRPr sz="1200" b="0" i="0">
                <a:solidFill>
                  <a:srgbClr val="4D4D4F"/>
                </a:solidFill>
                <a:latin typeface="Gill Sans"/>
                <a:cs typeface="Gill Sans"/>
              </a:defRPr>
            </a:lvl1pPr>
            <a:lvl2pPr>
              <a:defRPr sz="1050" b="0" i="0">
                <a:solidFill>
                  <a:srgbClr val="4D4D4F"/>
                </a:solidFill>
                <a:latin typeface="Gill Sans"/>
                <a:cs typeface="Gill Sans"/>
              </a:defRPr>
            </a:lvl2pPr>
            <a:lvl3pPr>
              <a:defRPr sz="1050" b="0" i="0">
                <a:solidFill>
                  <a:srgbClr val="4D4D4F"/>
                </a:solidFill>
                <a:latin typeface="Gill Sans"/>
                <a:cs typeface="Gill Sans"/>
              </a:defRPr>
            </a:lvl3pPr>
            <a:lvl4pPr>
              <a:defRPr sz="1050" b="0" i="0">
                <a:solidFill>
                  <a:srgbClr val="4D4D4F"/>
                </a:solidFill>
                <a:latin typeface="Gill Sans"/>
                <a:cs typeface="Gill Sans"/>
              </a:defRPr>
            </a:lvl4pPr>
            <a:lvl5pPr>
              <a:defRPr sz="1050" b="0" i="0">
                <a:solidFill>
                  <a:srgbClr val="4D4D4F"/>
                </a:solidFill>
                <a:latin typeface="Gill Sans"/>
                <a:cs typeface="Gill Sans"/>
              </a:defRPr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8" y="1151335"/>
            <a:ext cx="4041774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350" b="0" i="0">
                <a:solidFill>
                  <a:srgbClr val="4D4D4F"/>
                </a:solidFill>
                <a:latin typeface="Gill Sans"/>
                <a:cs typeface="Gill Sans"/>
              </a:defRPr>
            </a:lvl1pPr>
            <a:lvl2pPr marL="342892" indent="0">
              <a:buNone/>
              <a:defRPr sz="1500" b="1"/>
            </a:lvl2pPr>
            <a:lvl3pPr marL="685783" indent="0">
              <a:buNone/>
              <a:defRPr sz="1350" b="1"/>
            </a:lvl3pPr>
            <a:lvl4pPr marL="1028675" indent="0">
              <a:buNone/>
              <a:defRPr sz="1200" b="1"/>
            </a:lvl4pPr>
            <a:lvl5pPr marL="1371566" indent="0">
              <a:buNone/>
              <a:defRPr sz="1200" b="1"/>
            </a:lvl5pPr>
            <a:lvl6pPr marL="1714457" indent="0">
              <a:buNone/>
              <a:defRPr sz="1200" b="1"/>
            </a:lvl6pPr>
            <a:lvl7pPr marL="2057348" indent="0">
              <a:buNone/>
              <a:defRPr sz="1200" b="1"/>
            </a:lvl7pPr>
            <a:lvl8pPr marL="2400240" indent="0">
              <a:buNone/>
              <a:defRPr sz="1200" b="1"/>
            </a:lvl8pPr>
            <a:lvl9pPr marL="2743132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8" y="1631156"/>
            <a:ext cx="4041774" cy="2963466"/>
          </a:xfrm>
          <a:prstGeom prst="rect">
            <a:avLst/>
          </a:prstGeom>
        </p:spPr>
        <p:txBody>
          <a:bodyPr/>
          <a:lstStyle>
            <a:lvl1pPr>
              <a:defRPr sz="1200" b="0" i="0">
                <a:solidFill>
                  <a:srgbClr val="4D4D4F"/>
                </a:solidFill>
                <a:latin typeface="Gill Sans"/>
                <a:cs typeface="Gill Sans"/>
              </a:defRPr>
            </a:lvl1pPr>
            <a:lvl2pPr>
              <a:defRPr sz="1050" b="0" i="0">
                <a:solidFill>
                  <a:srgbClr val="4D4D4F"/>
                </a:solidFill>
                <a:latin typeface="Gill Sans"/>
                <a:cs typeface="Gill Sans"/>
              </a:defRPr>
            </a:lvl2pPr>
            <a:lvl3pPr>
              <a:defRPr sz="1050" b="0" i="0">
                <a:solidFill>
                  <a:srgbClr val="4D4D4F"/>
                </a:solidFill>
                <a:latin typeface="Gill Sans"/>
                <a:cs typeface="Gill Sans"/>
              </a:defRPr>
            </a:lvl3pPr>
            <a:lvl4pPr>
              <a:defRPr sz="1050" b="0" i="0">
                <a:solidFill>
                  <a:srgbClr val="4D4D4F"/>
                </a:solidFill>
                <a:latin typeface="Gill Sans"/>
                <a:cs typeface="Gill Sans"/>
              </a:defRPr>
            </a:lvl4pPr>
            <a:lvl5pPr>
              <a:defRPr sz="1050" b="0" i="0">
                <a:solidFill>
                  <a:srgbClr val="4D4D4F"/>
                </a:solidFill>
                <a:latin typeface="Gill Sans"/>
                <a:cs typeface="Gill Sans"/>
              </a:defRPr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Rectangle 9"/>
          <p:cNvSpPr/>
          <p:nvPr userDrawn="1"/>
        </p:nvSpPr>
        <p:spPr>
          <a:xfrm>
            <a:off x="0" y="0"/>
            <a:ext cx="9144000" cy="590550"/>
          </a:xfrm>
          <a:prstGeom prst="rect">
            <a:avLst/>
          </a:prstGeom>
          <a:solidFill>
            <a:srgbClr val="8DC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>
            <a:prstTxWarp prst="textNoShape">
              <a:avLst/>
            </a:prstTxWarp>
          </a:bodyPr>
          <a:lstStyle/>
          <a:p>
            <a:pPr algn="ctr"/>
            <a:endParaRPr lang="en-US" sz="1350" dirty="0">
              <a:solidFill>
                <a:srgbClr val="FFFFFF"/>
              </a:solidFill>
              <a:ea typeface="ＭＳ Ｐゴシック" pitchFamily="3" charset="-128"/>
              <a:cs typeface="ＭＳ Ｐゴシック" pitchFamily="3" charset="-128"/>
            </a:endParaRPr>
          </a:p>
        </p:txBody>
      </p:sp>
      <p:sp>
        <p:nvSpPr>
          <p:cNvPr id="11" name="Rectangle 10"/>
          <p:cNvSpPr/>
          <p:nvPr userDrawn="1"/>
        </p:nvSpPr>
        <p:spPr>
          <a:xfrm>
            <a:off x="0" y="590550"/>
            <a:ext cx="9144000" cy="46038"/>
          </a:xfrm>
          <a:prstGeom prst="rect">
            <a:avLst/>
          </a:prstGeom>
          <a:solidFill>
            <a:srgbClr val="27A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>
            <a:prstTxWarp prst="textNoShape">
              <a:avLst/>
            </a:prstTxWarp>
          </a:bodyPr>
          <a:lstStyle/>
          <a:p>
            <a:pPr algn="ctr"/>
            <a:endParaRPr lang="en-US" sz="1350" dirty="0">
              <a:solidFill>
                <a:srgbClr val="FFFFFF"/>
              </a:solidFill>
              <a:ea typeface="ＭＳ Ｐゴシック" pitchFamily="3" charset="-128"/>
              <a:cs typeface="ＭＳ Ｐゴシック" pitchFamily="3" charset="-128"/>
            </a:endParaRPr>
          </a:p>
        </p:txBody>
      </p:sp>
      <p:sp>
        <p:nvSpPr>
          <p:cNvPr id="12" name="Title 3"/>
          <p:cNvSpPr>
            <a:spLocks noGrp="1"/>
          </p:cNvSpPr>
          <p:nvPr>
            <p:ph type="title"/>
          </p:nvPr>
        </p:nvSpPr>
        <p:spPr>
          <a:xfrm>
            <a:off x="228600" y="133350"/>
            <a:ext cx="8763000" cy="381000"/>
          </a:xfrm>
          <a:prstGeom prst="rect">
            <a:avLst/>
          </a:prstGeom>
        </p:spPr>
        <p:txBody>
          <a:bodyPr/>
          <a:lstStyle>
            <a:lvl1pPr algn="l">
              <a:defRPr sz="1500" b="1" i="0">
                <a:solidFill>
                  <a:srgbClr val="FFFFFF"/>
                </a:solidFill>
                <a:latin typeface="Gill Sans"/>
                <a:cs typeface="Gill San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123402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0" y="895350"/>
            <a:ext cx="3810000" cy="3810000"/>
          </a:xfrm>
          <a:prstGeom prst="rect">
            <a:avLst/>
          </a:prstGeom>
          <a:solidFill>
            <a:srgbClr val="6D6E7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prstTxWarp prst="textNoShape">
              <a:avLst/>
            </a:prstTxWarp>
          </a:bodyPr>
          <a:lstStyle/>
          <a:p>
            <a:pPr algn="ctr"/>
            <a:endParaRPr lang="en-US" sz="1350" dirty="0">
              <a:solidFill>
                <a:srgbClr val="71B206"/>
              </a:solidFill>
              <a:ea typeface="ＭＳ Ｐゴシック" pitchFamily="3" charset="-128"/>
              <a:cs typeface="ＭＳ Ｐゴシック" pitchFamily="3" charset="-128"/>
            </a:endParaRPr>
          </a:p>
        </p:txBody>
      </p:sp>
      <p:sp>
        <p:nvSpPr>
          <p:cNvPr id="6" name="Rectangle 5"/>
          <p:cNvSpPr/>
          <p:nvPr userDrawn="1"/>
        </p:nvSpPr>
        <p:spPr>
          <a:xfrm>
            <a:off x="0" y="0"/>
            <a:ext cx="3810000" cy="895350"/>
          </a:xfrm>
          <a:prstGeom prst="rect">
            <a:avLst/>
          </a:prstGeom>
          <a:solidFill>
            <a:srgbClr val="8DC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>
            <a:prstTxWarp prst="textNoShape">
              <a:avLst/>
            </a:prstTxWarp>
          </a:bodyPr>
          <a:lstStyle/>
          <a:p>
            <a:pPr algn="ctr"/>
            <a:endParaRPr lang="en-US" sz="1350" dirty="0">
              <a:solidFill>
                <a:srgbClr val="FFFFFF"/>
              </a:solidFill>
              <a:ea typeface="ＭＳ Ｐゴシック" pitchFamily="3" charset="-128"/>
              <a:cs typeface="ＭＳ Ｐゴシック" pitchFamily="3" charset="-128"/>
            </a:endParaRPr>
          </a:p>
        </p:txBody>
      </p:sp>
      <p:pic>
        <p:nvPicPr>
          <p:cNvPr id="7" name="Picture 1" descr="Shell licensee_blue.png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620000" y="4814889"/>
            <a:ext cx="1219200" cy="195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Rectangle 7"/>
          <p:cNvSpPr/>
          <p:nvPr userDrawn="1"/>
        </p:nvSpPr>
        <p:spPr>
          <a:xfrm>
            <a:off x="0" y="895350"/>
            <a:ext cx="3810000" cy="46038"/>
          </a:xfrm>
          <a:prstGeom prst="rect">
            <a:avLst/>
          </a:prstGeom>
          <a:solidFill>
            <a:srgbClr val="27A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>
            <a:prstTxWarp prst="textNoShape">
              <a:avLst/>
            </a:prstTxWarp>
          </a:bodyPr>
          <a:lstStyle/>
          <a:p>
            <a:pPr algn="ctr"/>
            <a:endParaRPr lang="en-US" sz="1350" dirty="0">
              <a:solidFill>
                <a:srgbClr val="FFFFFF"/>
              </a:solidFill>
              <a:ea typeface="ＭＳ Ｐゴシック" pitchFamily="3" charset="-128"/>
              <a:cs typeface="ＭＳ Ｐゴシック" pitchFamily="3" charset="-128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133352"/>
            <a:ext cx="3505200" cy="538163"/>
          </a:xfrm>
          <a:prstGeom prst="rect">
            <a:avLst/>
          </a:prstGeom>
        </p:spPr>
        <p:txBody>
          <a:bodyPr anchor="t"/>
          <a:lstStyle>
            <a:lvl1pPr algn="l">
              <a:defRPr sz="1500" b="1" i="0">
                <a:solidFill>
                  <a:srgbClr val="FFFFFF"/>
                </a:solidFill>
                <a:latin typeface="Gill Sans"/>
                <a:cs typeface="Gill San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962400" y="204791"/>
            <a:ext cx="5029200" cy="4500561"/>
          </a:xfrm>
          <a:prstGeom prst="rect">
            <a:avLst/>
          </a:prstGeom>
        </p:spPr>
        <p:txBody>
          <a:bodyPr/>
          <a:lstStyle>
            <a:lvl1pPr>
              <a:defRPr sz="1200" b="0" i="0" baseline="0">
                <a:solidFill>
                  <a:srgbClr val="4D4D4F"/>
                </a:solidFill>
                <a:latin typeface="Gill Sans"/>
                <a:cs typeface="Gill Sans"/>
              </a:defRPr>
            </a:lvl1pPr>
            <a:lvl2pPr>
              <a:defRPr sz="1050" b="0" i="0">
                <a:solidFill>
                  <a:schemeClr val="accent6"/>
                </a:solidFill>
                <a:latin typeface="Gill Sans"/>
                <a:cs typeface="Gill Sans"/>
              </a:defRPr>
            </a:lvl2pPr>
            <a:lvl3pPr>
              <a:defRPr sz="1050" b="0" i="0">
                <a:solidFill>
                  <a:schemeClr val="accent6"/>
                </a:solidFill>
                <a:latin typeface="Gill Sans"/>
                <a:cs typeface="Gill Sans"/>
              </a:defRPr>
            </a:lvl3pPr>
            <a:lvl4pPr>
              <a:defRPr sz="1200">
                <a:latin typeface="Gill Sans"/>
                <a:cs typeface="Gill Sans"/>
              </a:defRPr>
            </a:lvl4pPr>
            <a:lvl5pPr>
              <a:defRPr sz="1200">
                <a:latin typeface="Gill Sans"/>
                <a:cs typeface="Gill Sans"/>
              </a:defRPr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r>
              <a:rPr lang="en-US" dirty="0"/>
              <a:t>Bullet point 1</a:t>
            </a:r>
          </a:p>
          <a:p>
            <a:pPr lvl="1"/>
            <a:r>
              <a:rPr lang="en-US" dirty="0"/>
              <a:t>Bullet Point 2</a:t>
            </a:r>
          </a:p>
          <a:p>
            <a:pPr lvl="1"/>
            <a:r>
              <a:rPr lang="en-US" dirty="0"/>
              <a:t>Bullet Point 2A</a:t>
            </a:r>
          </a:p>
          <a:p>
            <a:pPr lvl="2"/>
            <a:r>
              <a:rPr lang="en-US" dirty="0"/>
              <a:t>Bullet Point 3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228600" y="1123950"/>
            <a:ext cx="3352800" cy="3429000"/>
          </a:xfrm>
          <a:prstGeom prst="rect">
            <a:avLst/>
          </a:prstGeom>
        </p:spPr>
        <p:txBody>
          <a:bodyPr/>
          <a:lstStyle>
            <a:lvl1pPr marL="214308" indent="-214308">
              <a:buFont typeface="Arial"/>
              <a:buChar char="•"/>
              <a:defRPr sz="1200" b="0" i="0">
                <a:solidFill>
                  <a:schemeClr val="bg2"/>
                </a:solidFill>
                <a:latin typeface="Gill Sans"/>
                <a:cs typeface="Gill Sans"/>
              </a:defRPr>
            </a:lvl1pPr>
            <a:lvl2pPr marL="471476" indent="-128585">
              <a:buFont typeface="Arial"/>
              <a:buChar char="•"/>
              <a:defRPr sz="1050" b="0" i="0">
                <a:solidFill>
                  <a:schemeClr val="bg2"/>
                </a:solidFill>
              </a:defRPr>
            </a:lvl2pPr>
            <a:lvl3pPr marL="814368" indent="-128585">
              <a:buFont typeface="Arial"/>
              <a:buChar char="•"/>
              <a:defRPr sz="1050" b="0" i="0">
                <a:solidFill>
                  <a:schemeClr val="bg2"/>
                </a:solidFill>
              </a:defRPr>
            </a:lvl3pPr>
            <a:lvl4pPr marL="1028675" indent="0">
              <a:buNone/>
              <a:defRPr sz="675"/>
            </a:lvl4pPr>
            <a:lvl5pPr marL="1371566" indent="0">
              <a:buNone/>
              <a:defRPr sz="675"/>
            </a:lvl5pPr>
            <a:lvl6pPr marL="1714457" indent="0">
              <a:buNone/>
              <a:defRPr sz="675"/>
            </a:lvl6pPr>
            <a:lvl7pPr marL="2057348" indent="0">
              <a:buNone/>
              <a:defRPr sz="675"/>
            </a:lvl7pPr>
            <a:lvl8pPr marL="2400240" indent="0">
              <a:buNone/>
              <a:defRPr sz="675"/>
            </a:lvl8pPr>
            <a:lvl9pPr marL="2743132" indent="0">
              <a:buNone/>
              <a:defRPr sz="675"/>
            </a:lvl9pPr>
          </a:lstStyle>
          <a:p>
            <a:r>
              <a:rPr lang="en-US" dirty="0"/>
              <a:t>Bullet point 1</a:t>
            </a:r>
          </a:p>
          <a:p>
            <a:pPr lvl="1"/>
            <a:r>
              <a:rPr lang="en-US" dirty="0"/>
              <a:t>Bullet Point 2</a:t>
            </a:r>
          </a:p>
          <a:p>
            <a:pPr lvl="1"/>
            <a:r>
              <a:rPr lang="en-US" dirty="0"/>
              <a:t>Bullet Point 2A</a:t>
            </a:r>
          </a:p>
          <a:p>
            <a:pPr lvl="2"/>
            <a:r>
              <a:rPr lang="en-US" dirty="0"/>
              <a:t>Bullet Point 3</a:t>
            </a:r>
          </a:p>
        </p:txBody>
      </p:sp>
    </p:spTree>
    <p:extLst>
      <p:ext uri="{BB962C8B-B14F-4D97-AF65-F5344CB8AC3E}">
        <p14:creationId xmlns:p14="http://schemas.microsoft.com/office/powerpoint/2010/main" val="101087644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0" y="3333750"/>
            <a:ext cx="9144000" cy="1371600"/>
          </a:xfrm>
          <a:prstGeom prst="rect">
            <a:avLst/>
          </a:prstGeom>
          <a:solidFill>
            <a:srgbClr val="8DC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>
            <a:prstTxWarp prst="textNoShape">
              <a:avLst/>
            </a:prstTxWarp>
          </a:bodyPr>
          <a:lstStyle/>
          <a:p>
            <a:pPr algn="ctr"/>
            <a:endParaRPr lang="en-US" sz="1350" dirty="0">
              <a:solidFill>
                <a:srgbClr val="FFFFFF"/>
              </a:solidFill>
              <a:ea typeface="ＭＳ Ｐゴシック" pitchFamily="3" charset="-128"/>
              <a:cs typeface="ＭＳ Ｐゴシック" pitchFamily="3" charset="-128"/>
            </a:endParaRPr>
          </a:p>
        </p:txBody>
      </p:sp>
      <p:pic>
        <p:nvPicPr>
          <p:cNvPr id="6" name="Picture 1" descr="Shell licensee_blue.png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620000" y="4814889"/>
            <a:ext cx="1219200" cy="195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Rectangle 6"/>
          <p:cNvSpPr/>
          <p:nvPr userDrawn="1"/>
        </p:nvSpPr>
        <p:spPr>
          <a:xfrm>
            <a:off x="0" y="3333750"/>
            <a:ext cx="9144000" cy="46038"/>
          </a:xfrm>
          <a:prstGeom prst="rect">
            <a:avLst/>
          </a:prstGeom>
          <a:solidFill>
            <a:srgbClr val="27A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>
            <a:prstTxWarp prst="textNoShape">
              <a:avLst/>
            </a:prstTxWarp>
          </a:bodyPr>
          <a:lstStyle/>
          <a:p>
            <a:pPr algn="ctr"/>
            <a:endParaRPr lang="en-US" sz="1350" dirty="0">
              <a:solidFill>
                <a:srgbClr val="FFFFFF"/>
              </a:solidFill>
              <a:ea typeface="ＭＳ Ｐゴシック" pitchFamily="3" charset="-128"/>
              <a:cs typeface="ＭＳ Ｐゴシック" pitchFamily="3" charset="-128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3448051"/>
            <a:ext cx="8534400" cy="425054"/>
          </a:xfrm>
          <a:prstGeom prst="rect">
            <a:avLst/>
          </a:prstGeom>
        </p:spPr>
        <p:txBody>
          <a:bodyPr anchor="t"/>
          <a:lstStyle>
            <a:lvl1pPr algn="l">
              <a:defRPr sz="2100" b="1" i="0">
                <a:solidFill>
                  <a:srgbClr val="FFFFFF"/>
                </a:solidFill>
                <a:latin typeface="Gill Sans"/>
                <a:cs typeface="Gill San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04800" y="247650"/>
            <a:ext cx="8534400" cy="2933700"/>
          </a:xfrm>
          <a:prstGeom prst="rect">
            <a:avLst/>
          </a:prstGeom>
        </p:spPr>
        <p:txBody>
          <a:bodyPr rtlCol="0">
            <a:normAutofit/>
          </a:bodyPr>
          <a:lstStyle>
            <a:lvl1pPr marL="0" indent="0">
              <a:buNone/>
              <a:defRPr sz="2400" b="0" i="0">
                <a:solidFill>
                  <a:srgbClr val="4D4D4F"/>
                </a:solidFill>
                <a:latin typeface="Gill Sans"/>
                <a:cs typeface="Gill Sans"/>
              </a:defRPr>
            </a:lvl1pPr>
            <a:lvl2pPr marL="342892" indent="0">
              <a:buNone/>
              <a:defRPr sz="2100"/>
            </a:lvl2pPr>
            <a:lvl3pPr marL="685783" indent="0">
              <a:buNone/>
              <a:defRPr sz="1800"/>
            </a:lvl3pPr>
            <a:lvl4pPr marL="1028675" indent="0">
              <a:buNone/>
              <a:defRPr sz="1500"/>
            </a:lvl4pPr>
            <a:lvl5pPr marL="1371566" indent="0">
              <a:buNone/>
              <a:defRPr sz="1500"/>
            </a:lvl5pPr>
            <a:lvl6pPr marL="1714457" indent="0">
              <a:buNone/>
              <a:defRPr sz="1500"/>
            </a:lvl6pPr>
            <a:lvl7pPr marL="2057348" indent="0">
              <a:buNone/>
              <a:defRPr sz="1500"/>
            </a:lvl7pPr>
            <a:lvl8pPr marL="2400240" indent="0">
              <a:buNone/>
              <a:defRPr sz="1500"/>
            </a:lvl8pPr>
            <a:lvl9pPr marL="2743132" indent="0">
              <a:buNone/>
              <a:defRPr sz="1500"/>
            </a:lvl9pPr>
          </a:lstStyle>
          <a:p>
            <a:pPr lvl="0"/>
            <a:r>
              <a:rPr lang="en-US" noProof="0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4800" y="3943350"/>
            <a:ext cx="8534400" cy="685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500" b="0" i="0">
                <a:solidFill>
                  <a:srgbClr val="FFFFFF"/>
                </a:solidFill>
                <a:latin typeface="Gill Sans"/>
                <a:cs typeface="Gill Sans"/>
              </a:defRPr>
            </a:lvl1pPr>
            <a:lvl2pPr marL="342892" indent="0">
              <a:buNone/>
              <a:defRPr sz="900"/>
            </a:lvl2pPr>
            <a:lvl3pPr marL="685783" indent="0">
              <a:buNone/>
              <a:defRPr sz="750"/>
            </a:lvl3pPr>
            <a:lvl4pPr marL="1028675" indent="0">
              <a:buNone/>
              <a:defRPr sz="675"/>
            </a:lvl4pPr>
            <a:lvl5pPr marL="1371566" indent="0">
              <a:buNone/>
              <a:defRPr sz="675"/>
            </a:lvl5pPr>
            <a:lvl6pPr marL="1714457" indent="0">
              <a:buNone/>
              <a:defRPr sz="675"/>
            </a:lvl6pPr>
            <a:lvl7pPr marL="2057348" indent="0">
              <a:buNone/>
              <a:defRPr sz="675"/>
            </a:lvl7pPr>
            <a:lvl8pPr marL="2400240" indent="0">
              <a:buNone/>
              <a:defRPr sz="675"/>
            </a:lvl8pPr>
            <a:lvl9pPr marL="2743132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82370262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, title +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VIVO-01.jp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1"/>
            <a:ext cx="9144000" cy="4749800"/>
          </a:xfrm>
          <a:prstGeom prst="rect">
            <a:avLst/>
          </a:prstGeom>
        </p:spPr>
      </p:pic>
      <p:sp>
        <p:nvSpPr>
          <p:cNvPr id="4" name="Title 1"/>
          <p:cNvSpPr txBox="1">
            <a:spLocks/>
          </p:cNvSpPr>
          <p:nvPr userDrawn="1"/>
        </p:nvSpPr>
        <p:spPr bwMode="auto">
          <a:xfrm>
            <a:off x="304800" y="1504950"/>
            <a:ext cx="8458200" cy="838200"/>
          </a:xfrm>
          <a:prstGeom prst="rect">
            <a:avLst/>
          </a:prstGeom>
          <a:solidFill>
            <a:schemeClr val="tx1">
              <a:alpha val="69019"/>
            </a:schemeClr>
          </a:solidFill>
          <a:ln w="9525">
            <a:noFill/>
            <a:miter lim="800000"/>
            <a:headEnd/>
            <a:tailEnd/>
          </a:ln>
        </p:spPr>
        <p:txBody>
          <a:bodyPr anchor="ctr">
            <a:prstTxWarp prst="textNoShape">
              <a:avLst/>
            </a:prstTxWarp>
          </a:bodyPr>
          <a:lstStyle/>
          <a:p>
            <a:pPr lvl="1" eaLnBrk="0" hangingPunct="0"/>
            <a:endParaRPr lang="en-US" sz="2700" dirty="0">
              <a:solidFill>
                <a:schemeClr val="accent1"/>
              </a:solidFill>
              <a:latin typeface="Gill Sans SemiBold" pitchFamily="3" charset="0"/>
              <a:ea typeface="Gill Sans SemiBold" pitchFamily="3" charset="0"/>
              <a:cs typeface="Gill Sans SemiBold" pitchFamily="3" charset="0"/>
            </a:endParaRPr>
          </a:p>
        </p:txBody>
      </p:sp>
      <p:sp>
        <p:nvSpPr>
          <p:cNvPr id="5" name="Title 1"/>
          <p:cNvSpPr txBox="1">
            <a:spLocks/>
          </p:cNvSpPr>
          <p:nvPr userDrawn="1"/>
        </p:nvSpPr>
        <p:spPr bwMode="auto">
          <a:xfrm>
            <a:off x="304800" y="2647950"/>
            <a:ext cx="8458200" cy="838200"/>
          </a:xfrm>
          <a:prstGeom prst="rect">
            <a:avLst/>
          </a:prstGeom>
          <a:solidFill>
            <a:schemeClr val="tx1">
              <a:alpha val="69019"/>
            </a:schemeClr>
          </a:solidFill>
          <a:ln w="9525">
            <a:noFill/>
            <a:miter lim="800000"/>
            <a:headEnd/>
            <a:tailEnd/>
          </a:ln>
        </p:spPr>
        <p:txBody>
          <a:bodyPr anchor="ctr">
            <a:prstTxWarp prst="textNoShape">
              <a:avLst/>
            </a:prstTxWarp>
          </a:bodyPr>
          <a:lstStyle/>
          <a:p>
            <a:pPr lvl="1" eaLnBrk="0" hangingPunct="0"/>
            <a:endParaRPr lang="en-US" sz="2100" dirty="0">
              <a:solidFill>
                <a:schemeClr val="bg1"/>
              </a:solidFill>
              <a:latin typeface="Gill Sans SemiBold" pitchFamily="3" charset="0"/>
              <a:ea typeface="Gill Sans SemiBold" pitchFamily="3" charset="0"/>
              <a:cs typeface="Gill Sans SemiBold" pitchFamily="3" charset="0"/>
            </a:endParaRPr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1657350"/>
            <a:ext cx="8229600" cy="533400"/>
          </a:xfrm>
          <a:prstGeom prst="rect">
            <a:avLst/>
          </a:prstGeom>
        </p:spPr>
        <p:txBody>
          <a:bodyPr vert="horz" anchor="t"/>
          <a:lstStyle>
            <a:lvl1pPr algn="l">
              <a:defRPr sz="2100" b="1" i="0">
                <a:solidFill>
                  <a:srgbClr val="FFFFFF"/>
                </a:solidFill>
                <a:latin typeface="Gill Sans"/>
                <a:cs typeface="Gill San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0"/>
          </p:nvPr>
        </p:nvSpPr>
        <p:spPr>
          <a:xfrm>
            <a:off x="457200" y="2800350"/>
            <a:ext cx="8229600" cy="609600"/>
          </a:xfrm>
          <a:prstGeom prst="rect">
            <a:avLst/>
          </a:prstGeom>
        </p:spPr>
        <p:txBody>
          <a:bodyPr vert="horz"/>
          <a:lstStyle>
            <a:lvl1pPr marL="0" indent="0">
              <a:buFontTx/>
              <a:buNone/>
              <a:defRPr sz="1800" b="0" i="0">
                <a:solidFill>
                  <a:srgbClr val="FFFFFF"/>
                </a:solidFill>
                <a:latin typeface="Gill Sans"/>
                <a:cs typeface="Gill San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05222999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ckground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Background_07_VE_Logo-01.jpg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-1023"/>
            <a:ext cx="9144000" cy="4750541"/>
          </a:xfrm>
          <a:prstGeom prst="rect">
            <a:avLst/>
          </a:prstGeom>
          <a:ln>
            <a:solidFill>
              <a:srgbClr val="73B632"/>
            </a:solidFill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876550"/>
            <a:ext cx="8229600" cy="857250"/>
          </a:xfrm>
          <a:prstGeom prst="rect">
            <a:avLst/>
          </a:prstGeom>
        </p:spPr>
        <p:txBody>
          <a:bodyPr vert="horz"/>
          <a:lstStyle>
            <a:lvl1pPr algn="l">
              <a:defRPr sz="2100" b="1" i="0" cap="none" spc="0" baseline="0">
                <a:ln>
                  <a:noFill/>
                </a:ln>
                <a:solidFill>
                  <a:srgbClr val="FFFFFF"/>
                </a:solidFill>
                <a:effectLst/>
                <a:latin typeface="Gill Sans"/>
                <a:cs typeface="Gill San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457200" y="3790950"/>
            <a:ext cx="6019800" cy="457200"/>
          </a:xfrm>
          <a:prstGeom prst="rect">
            <a:avLst/>
          </a:prstGeom>
        </p:spPr>
        <p:txBody>
          <a:bodyPr vert="horz"/>
          <a:lstStyle>
            <a:lvl1pPr marL="0" indent="0">
              <a:buFontTx/>
              <a:buNone/>
              <a:defRPr sz="1500" b="0" i="0">
                <a:solidFill>
                  <a:srgbClr val="FFFFFF"/>
                </a:solidFill>
                <a:latin typeface="Gill Sans"/>
                <a:cs typeface="Gill Sans"/>
              </a:defRPr>
            </a:lvl1pPr>
            <a:lvl2pPr marL="342892" indent="0">
              <a:buFontTx/>
              <a:buNone/>
              <a:defRPr>
                <a:solidFill>
                  <a:srgbClr val="FFFFFF"/>
                </a:solidFill>
              </a:defRPr>
            </a:lvl2pPr>
            <a:lvl3pPr marL="685783" indent="0">
              <a:buFontTx/>
              <a:buNone/>
              <a:defRPr>
                <a:solidFill>
                  <a:srgbClr val="FFFFFF"/>
                </a:solidFill>
              </a:defRPr>
            </a:lvl3pPr>
            <a:lvl4pPr marL="1028675" indent="0">
              <a:buFontTx/>
              <a:buNone/>
              <a:defRPr>
                <a:solidFill>
                  <a:srgbClr val="FFFFFF"/>
                </a:solidFill>
              </a:defRPr>
            </a:lvl4pPr>
            <a:lvl5pPr marL="1371566" indent="0">
              <a:buFontTx/>
              <a:buNone/>
              <a:defRPr>
                <a:solidFill>
                  <a:srgbClr val="FFFFFF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8391687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ckground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3" descr="Background_02-01.jpg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-11578"/>
            <a:ext cx="9144000" cy="47005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457200" y="2876550"/>
            <a:ext cx="8229600" cy="857250"/>
          </a:xfrm>
          <a:prstGeom prst="rect">
            <a:avLst/>
          </a:prstGeom>
        </p:spPr>
        <p:txBody>
          <a:bodyPr vert="horz"/>
          <a:lstStyle>
            <a:lvl1pPr algn="l">
              <a:defRPr sz="2100" b="1" i="0" cap="none" spc="0" baseline="0">
                <a:ln>
                  <a:noFill/>
                </a:ln>
                <a:solidFill>
                  <a:srgbClr val="FFFFFF"/>
                </a:solidFill>
                <a:effectLst/>
                <a:latin typeface="Gill Sans"/>
                <a:cs typeface="Gill San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457200" y="3790950"/>
            <a:ext cx="6019800" cy="457200"/>
          </a:xfrm>
          <a:prstGeom prst="rect">
            <a:avLst/>
          </a:prstGeom>
        </p:spPr>
        <p:txBody>
          <a:bodyPr vert="horz"/>
          <a:lstStyle>
            <a:lvl1pPr marL="0" indent="0">
              <a:buFontTx/>
              <a:buNone/>
              <a:defRPr sz="1500" b="0" i="0">
                <a:solidFill>
                  <a:srgbClr val="FFFFFF"/>
                </a:solidFill>
                <a:latin typeface="Gill Sans"/>
                <a:cs typeface="Gill Sans"/>
              </a:defRPr>
            </a:lvl1pPr>
            <a:lvl2pPr marL="342892" indent="0">
              <a:buFontTx/>
              <a:buNone/>
              <a:defRPr>
                <a:solidFill>
                  <a:srgbClr val="FFFFFF"/>
                </a:solidFill>
              </a:defRPr>
            </a:lvl2pPr>
            <a:lvl3pPr marL="685783" indent="0">
              <a:buFontTx/>
              <a:buNone/>
              <a:defRPr>
                <a:solidFill>
                  <a:srgbClr val="FFFFFF"/>
                </a:solidFill>
              </a:defRPr>
            </a:lvl3pPr>
            <a:lvl4pPr marL="1028675" indent="0">
              <a:buFontTx/>
              <a:buNone/>
              <a:defRPr>
                <a:solidFill>
                  <a:srgbClr val="FFFFFF"/>
                </a:solidFill>
              </a:defRPr>
            </a:lvl4pPr>
            <a:lvl5pPr marL="1371566" indent="0">
              <a:buFontTx/>
              <a:buNone/>
              <a:defRPr>
                <a:solidFill>
                  <a:srgbClr val="FFFFFF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9330083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&amp;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51E507-8714-44F6-9B8C-905D76E263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17188" y="4767264"/>
            <a:ext cx="2057400" cy="273844"/>
          </a:xfrm>
        </p:spPr>
        <p:txBody>
          <a:bodyPr/>
          <a:lstStyle/>
          <a:p>
            <a:fld id="{0A0C873C-4420-4A57-B42C-A5D53864B5EA}" type="slidenum">
              <a:rPr lang="en-US" smtClean="0"/>
              <a:t>‹#›</a:t>
            </a:fld>
            <a:endParaRPr lang="en-US"/>
          </a:p>
        </p:txBody>
      </p:sp>
      <p:cxnSp>
        <p:nvCxnSpPr>
          <p:cNvPr id="5" name="Straight Connector 4"/>
          <p:cNvCxnSpPr/>
          <p:nvPr userDrawn="1"/>
        </p:nvCxnSpPr>
        <p:spPr>
          <a:xfrm>
            <a:off x="685802" y="824590"/>
            <a:ext cx="7845879" cy="816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itle Placeholder 1"/>
          <p:cNvSpPr>
            <a:spLocks noGrp="1"/>
          </p:cNvSpPr>
          <p:nvPr>
            <p:ph type="title"/>
          </p:nvPr>
        </p:nvSpPr>
        <p:spPr>
          <a:xfrm>
            <a:off x="628650" y="273846"/>
            <a:ext cx="7886700" cy="42012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 sz="1800" b="1">
                <a:solidFill>
                  <a:srgbClr val="00B0F0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pic>
        <p:nvPicPr>
          <p:cNvPr id="2" name="Picture 2" descr="C:\Users\LENOVO\Desktop\Vivo Présentation Jpeg &amp; Pictos (1)\Vivo Présentation Jpeg &amp; Pictos\Logo\Logo 01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5326" y="4693871"/>
            <a:ext cx="2356842" cy="3911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 Placeholder 12"/>
          <p:cNvSpPr>
            <a:spLocks noGrp="1"/>
          </p:cNvSpPr>
          <p:nvPr>
            <p:ph type="body" sz="quarter" idx="11"/>
          </p:nvPr>
        </p:nvSpPr>
        <p:spPr>
          <a:xfrm>
            <a:off x="685800" y="963218"/>
            <a:ext cx="7845880" cy="3576127"/>
          </a:xfrm>
        </p:spPr>
        <p:txBody>
          <a:bodyPr/>
          <a:lstStyle>
            <a:lvl1pPr marL="201806" indent="-201806">
              <a:buFont typeface="Wingdings" pitchFamily="2" charset="2"/>
              <a:buChar char="§"/>
              <a:defRPr/>
            </a:lvl1pPr>
            <a:lvl2pPr marL="300031" indent="-201806">
              <a:buFont typeface="Wingdings" pitchFamily="2" charset="2"/>
              <a:buChar char="§"/>
              <a:defRPr/>
            </a:lvl2pPr>
            <a:lvl3pPr marL="404506" indent="-202699">
              <a:buFont typeface="Wingdings" pitchFamily="2" charset="2"/>
              <a:buChar char="§"/>
              <a:defRPr/>
            </a:lvl3pPr>
            <a:lvl4pPr marL="501836" indent="-201806">
              <a:buFont typeface="Wingdings" pitchFamily="2" charset="2"/>
              <a:buChar char="§"/>
              <a:defRPr/>
            </a:lvl4pPr>
            <a:lvl5pPr marL="606311" indent="-201806">
              <a:buFont typeface="Wingdings" pitchFamily="2" charset="2"/>
              <a:buChar char="§"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98387660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0"/>
            <a:ext cx="9144000" cy="4705350"/>
          </a:xfrm>
          <a:prstGeom prst="rect">
            <a:avLst/>
          </a:prstGeom>
          <a:solidFill>
            <a:srgbClr val="8DC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>
            <a:prstTxWarp prst="textNoShape">
              <a:avLst/>
            </a:prstTxWarp>
          </a:bodyPr>
          <a:lstStyle/>
          <a:p>
            <a:pPr algn="ctr"/>
            <a:endParaRPr lang="en-US">
              <a:solidFill>
                <a:srgbClr val="FFFFFF"/>
              </a:solidFill>
              <a:ea typeface="ＭＳ Ｐゴシック" pitchFamily="3" charset="-128"/>
              <a:cs typeface="ＭＳ Ｐゴシック" pitchFamily="3" charset="-128"/>
            </a:endParaRPr>
          </a:p>
        </p:txBody>
      </p:sp>
      <p:sp>
        <p:nvSpPr>
          <p:cNvPr id="9" name="Rectangle 4"/>
          <p:cNvSpPr>
            <a:spLocks noChangeArrowheads="1"/>
          </p:cNvSpPr>
          <p:nvPr userDrawn="1"/>
        </p:nvSpPr>
        <p:spPr bwMode="auto">
          <a:xfrm>
            <a:off x="3306764" y="4845052"/>
            <a:ext cx="2255837" cy="235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algn="ctr"/>
            <a:r>
              <a:rPr lang="en-GB" sz="1400" baseline="30000" dirty="0">
                <a:solidFill>
                  <a:srgbClr val="5A5B5E"/>
                </a:solidFill>
                <a:latin typeface="Gill Sans Light" pitchFamily="3" charset="0"/>
                <a:ea typeface="Gill Sans Light" pitchFamily="3" charset="0"/>
                <a:cs typeface="Gill Sans Light" pitchFamily="3" charset="0"/>
              </a:rPr>
              <a:t>Shell trademarks used under license</a:t>
            </a:r>
          </a:p>
        </p:txBody>
      </p:sp>
      <p:sp>
        <p:nvSpPr>
          <p:cNvPr id="7" name="Title 5"/>
          <p:cNvSpPr>
            <a:spLocks noGrp="1"/>
          </p:cNvSpPr>
          <p:nvPr>
            <p:ph type="ctrTitle"/>
          </p:nvPr>
        </p:nvSpPr>
        <p:spPr>
          <a:xfrm>
            <a:off x="685800" y="1598615"/>
            <a:ext cx="7772400" cy="1101725"/>
          </a:xfrm>
          <a:prstGeom prst="rect">
            <a:avLst/>
          </a:prstGeom>
        </p:spPr>
        <p:txBody>
          <a:bodyPr/>
          <a:lstStyle>
            <a:lvl1pPr>
              <a:defRPr b="1" i="0">
                <a:solidFill>
                  <a:schemeClr val="bg1"/>
                </a:solidFill>
                <a:latin typeface="Gill Sans"/>
                <a:cs typeface="Gill San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Subtitle 6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  <a:noFill/>
        </p:spPr>
        <p:txBody>
          <a:bodyPr/>
          <a:lstStyle>
            <a:lvl1pPr marL="0" indent="0" algn="ctr">
              <a:buFontTx/>
              <a:buNone/>
              <a:defRPr b="0" i="0">
                <a:solidFill>
                  <a:srgbClr val="FFFFFF"/>
                </a:solidFill>
                <a:latin typeface="Gill Sans"/>
                <a:cs typeface="Gill Sans"/>
              </a:defRPr>
            </a:lvl1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078303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0"/>
            <a:ext cx="9144000" cy="4705350"/>
          </a:xfrm>
          <a:prstGeom prst="rect">
            <a:avLst/>
          </a:prstGeom>
          <a:solidFill>
            <a:srgbClr val="8DC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>
            <a:prstTxWarp prst="textNoShape">
              <a:avLst/>
            </a:prstTxWarp>
          </a:bodyPr>
          <a:lstStyle/>
          <a:p>
            <a:pPr algn="ctr"/>
            <a:endParaRPr lang="en-US">
              <a:solidFill>
                <a:srgbClr val="FFFFFF"/>
              </a:solidFill>
              <a:ea typeface="ＭＳ Ｐゴシック" pitchFamily="3" charset="-128"/>
              <a:cs typeface="ＭＳ Ｐゴシック" pitchFamily="3" charset="-128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80035"/>
            <a:ext cx="7772400" cy="112514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800" b="1" i="0">
                <a:solidFill>
                  <a:srgbClr val="FFFFFF"/>
                </a:solidFill>
                <a:latin typeface="Gill Sans"/>
                <a:cs typeface="Gill Sans"/>
              </a:defRPr>
            </a:lvl1pPr>
            <a:lvl2pPr marL="457189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"/>
          <p:cNvSpPr>
            <a:spLocks noGrp="1"/>
          </p:cNvSpPr>
          <p:nvPr>
            <p:ph type="body" idx="10"/>
          </p:nvPr>
        </p:nvSpPr>
        <p:spPr>
          <a:xfrm>
            <a:off x="685800" y="3333750"/>
            <a:ext cx="7772400" cy="45720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 b="0" i="0">
                <a:solidFill>
                  <a:srgbClr val="FFFFFF"/>
                </a:solidFill>
                <a:latin typeface="Gill Sans"/>
                <a:cs typeface="Gill Sans"/>
              </a:defRPr>
            </a:lvl1pPr>
            <a:lvl2pPr marL="457189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7423181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0"/>
            <a:ext cx="9144000" cy="590550"/>
          </a:xfrm>
          <a:prstGeom prst="rect">
            <a:avLst/>
          </a:prstGeom>
          <a:solidFill>
            <a:srgbClr val="8DC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>
            <a:prstTxWarp prst="textNoShape">
              <a:avLst/>
            </a:prstTxWarp>
          </a:bodyPr>
          <a:lstStyle/>
          <a:p>
            <a:pPr algn="ctr"/>
            <a:endParaRPr lang="en-US">
              <a:solidFill>
                <a:srgbClr val="FFFFFF"/>
              </a:solidFill>
              <a:ea typeface="ＭＳ Ｐゴシック" pitchFamily="3" charset="-128"/>
              <a:cs typeface="ＭＳ Ｐゴシック" pitchFamily="3" charset="-128"/>
            </a:endParaRPr>
          </a:p>
        </p:txBody>
      </p:sp>
      <p:sp>
        <p:nvSpPr>
          <p:cNvPr id="8" name="Rectangle 7"/>
          <p:cNvSpPr/>
          <p:nvPr userDrawn="1"/>
        </p:nvSpPr>
        <p:spPr>
          <a:xfrm>
            <a:off x="0" y="590550"/>
            <a:ext cx="9144000" cy="46038"/>
          </a:xfrm>
          <a:prstGeom prst="rect">
            <a:avLst/>
          </a:prstGeom>
          <a:solidFill>
            <a:srgbClr val="27A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>
            <a:prstTxWarp prst="textNoShape">
              <a:avLst/>
            </a:prstTxWarp>
          </a:bodyPr>
          <a:lstStyle/>
          <a:p>
            <a:pPr algn="ctr"/>
            <a:endParaRPr lang="en-US">
              <a:solidFill>
                <a:srgbClr val="FFFFFF"/>
              </a:solidFill>
              <a:ea typeface="ＭＳ Ｐゴシック" pitchFamily="3" charset="-128"/>
              <a:cs typeface="ＭＳ Ｐゴシック" pitchFamily="3" charset="-128"/>
            </a:endParaRPr>
          </a:p>
        </p:txBody>
      </p:sp>
      <p:sp>
        <p:nvSpPr>
          <p:cNvPr id="5" name="Title 3"/>
          <p:cNvSpPr>
            <a:spLocks noGrp="1"/>
          </p:cNvSpPr>
          <p:nvPr>
            <p:ph type="title"/>
          </p:nvPr>
        </p:nvSpPr>
        <p:spPr>
          <a:xfrm>
            <a:off x="228600" y="133350"/>
            <a:ext cx="8763000" cy="381000"/>
          </a:xfrm>
          <a:prstGeom prst="rect">
            <a:avLst/>
          </a:prstGeom>
        </p:spPr>
        <p:txBody>
          <a:bodyPr/>
          <a:lstStyle>
            <a:lvl1pPr algn="l">
              <a:defRPr sz="2000" b="1" i="0">
                <a:solidFill>
                  <a:srgbClr val="FFFFFF"/>
                </a:solidFill>
                <a:latin typeface="Gill Sans"/>
                <a:cs typeface="Gill San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Content Placeholder 4"/>
          <p:cNvSpPr>
            <a:spLocks noGrp="1"/>
          </p:cNvSpPr>
          <p:nvPr>
            <p:ph idx="1" hasCustomPrompt="1"/>
          </p:nvPr>
        </p:nvSpPr>
        <p:spPr>
          <a:xfrm>
            <a:off x="228600" y="742950"/>
            <a:ext cx="8763000" cy="3886200"/>
          </a:xfrm>
          <a:prstGeom prst="rect">
            <a:avLst/>
          </a:prstGeom>
        </p:spPr>
        <p:txBody>
          <a:bodyPr/>
          <a:lstStyle>
            <a:lvl1pPr marL="171446" indent="-171446">
              <a:buFont typeface="Arial"/>
              <a:buChar char="•"/>
              <a:defRPr sz="1600" b="0" i="0" baseline="0">
                <a:solidFill>
                  <a:srgbClr val="4D4D4F"/>
                </a:solidFill>
                <a:latin typeface="Gill Sans"/>
                <a:cs typeface="Gill Sans"/>
              </a:defRPr>
            </a:lvl1pPr>
            <a:lvl2pPr>
              <a:defRPr sz="1400" b="0" i="0" baseline="0">
                <a:solidFill>
                  <a:srgbClr val="4D4D4F"/>
                </a:solidFill>
                <a:latin typeface="Gill Sans"/>
                <a:cs typeface="Gill Sans"/>
              </a:defRPr>
            </a:lvl2pPr>
            <a:lvl3pPr>
              <a:defRPr sz="1400" b="0" i="0">
                <a:solidFill>
                  <a:srgbClr val="4D4D4F"/>
                </a:solidFill>
              </a:defRPr>
            </a:lvl3pPr>
            <a:lvl4pPr>
              <a:defRPr/>
            </a:lvl4pPr>
          </a:lstStyle>
          <a:p>
            <a:r>
              <a:rPr lang="en-US" dirty="0"/>
              <a:t>Bullet point 1</a:t>
            </a:r>
          </a:p>
          <a:p>
            <a:pPr lvl="1"/>
            <a:r>
              <a:rPr lang="en-US" dirty="0"/>
              <a:t>Bullet Point 2</a:t>
            </a:r>
          </a:p>
          <a:p>
            <a:pPr lvl="1"/>
            <a:r>
              <a:rPr lang="en-US" dirty="0"/>
              <a:t>Bullet Point 2A</a:t>
            </a:r>
          </a:p>
          <a:p>
            <a:pPr lvl="2"/>
            <a:r>
              <a:rPr lang="en-US" dirty="0"/>
              <a:t>Bullet Point 3</a:t>
            </a:r>
          </a:p>
        </p:txBody>
      </p:sp>
    </p:spTree>
    <p:extLst>
      <p:ext uri="{BB962C8B-B14F-4D97-AF65-F5344CB8AC3E}">
        <p14:creationId xmlns:p14="http://schemas.microsoft.com/office/powerpoint/2010/main" val="333353231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0" y="590550"/>
            <a:ext cx="5791200" cy="4114800"/>
          </a:xfrm>
          <a:prstGeom prst="rect">
            <a:avLst/>
          </a:prstGeom>
          <a:solidFill>
            <a:srgbClr val="6D6E7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prstTxWarp prst="textNoShape">
              <a:avLst/>
            </a:prstTxWarp>
          </a:bodyPr>
          <a:lstStyle/>
          <a:p>
            <a:pPr algn="ctr"/>
            <a:endParaRPr lang="en-US">
              <a:solidFill>
                <a:srgbClr val="71B206"/>
              </a:solidFill>
              <a:ea typeface="ＭＳ Ｐゴシック" pitchFamily="3" charset="-128"/>
              <a:cs typeface="ＭＳ Ｐゴシック" pitchFamily="3" charset="-128"/>
            </a:endParaRPr>
          </a:p>
        </p:txBody>
      </p:sp>
      <p:sp>
        <p:nvSpPr>
          <p:cNvPr id="7" name="Rectangle 6"/>
          <p:cNvSpPr/>
          <p:nvPr userDrawn="1"/>
        </p:nvSpPr>
        <p:spPr>
          <a:xfrm>
            <a:off x="0" y="0"/>
            <a:ext cx="9144000" cy="590550"/>
          </a:xfrm>
          <a:prstGeom prst="rect">
            <a:avLst/>
          </a:prstGeom>
          <a:solidFill>
            <a:srgbClr val="8DC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>
            <a:prstTxWarp prst="textNoShape">
              <a:avLst/>
            </a:prstTxWarp>
          </a:bodyPr>
          <a:lstStyle/>
          <a:p>
            <a:pPr algn="ctr"/>
            <a:endParaRPr lang="en-US">
              <a:solidFill>
                <a:srgbClr val="FFFFFF"/>
              </a:solidFill>
              <a:ea typeface="ＭＳ Ｐゴシック" pitchFamily="3" charset="-128"/>
              <a:cs typeface="ＭＳ Ｐゴシック" pitchFamily="3" charset="-128"/>
            </a:endParaRPr>
          </a:p>
        </p:txBody>
      </p:sp>
      <p:sp>
        <p:nvSpPr>
          <p:cNvPr id="8" name="Rectangle 7"/>
          <p:cNvSpPr/>
          <p:nvPr userDrawn="1"/>
        </p:nvSpPr>
        <p:spPr>
          <a:xfrm>
            <a:off x="0" y="590550"/>
            <a:ext cx="9144000" cy="46038"/>
          </a:xfrm>
          <a:prstGeom prst="rect">
            <a:avLst/>
          </a:prstGeom>
          <a:solidFill>
            <a:srgbClr val="27A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>
            <a:prstTxWarp prst="textNoShape">
              <a:avLst/>
            </a:prstTxWarp>
          </a:bodyPr>
          <a:lstStyle/>
          <a:p>
            <a:pPr algn="ctr"/>
            <a:endParaRPr lang="en-US">
              <a:solidFill>
                <a:srgbClr val="FFFFFF"/>
              </a:solidFill>
              <a:ea typeface="ＭＳ Ｐゴシック" pitchFamily="3" charset="-128"/>
              <a:cs typeface="ＭＳ Ｐゴシック" pitchFamily="3" charset="-128"/>
            </a:endParaRPr>
          </a:p>
        </p:txBody>
      </p:sp>
      <p:sp>
        <p:nvSpPr>
          <p:cNvPr id="23" name="Content Placeholder 12"/>
          <p:cNvSpPr>
            <a:spLocks noGrp="1"/>
          </p:cNvSpPr>
          <p:nvPr>
            <p:ph sz="half" idx="1" hasCustomPrompt="1"/>
          </p:nvPr>
        </p:nvSpPr>
        <p:spPr>
          <a:xfrm>
            <a:off x="228600" y="742950"/>
            <a:ext cx="5334000" cy="3810000"/>
          </a:xfrm>
          <a:prstGeom prst="rect">
            <a:avLst/>
          </a:prstGeom>
        </p:spPr>
        <p:txBody>
          <a:bodyPr/>
          <a:lstStyle>
            <a:lvl1pPr marL="285744" indent="-285744">
              <a:buFont typeface="Arial"/>
              <a:buChar char="•"/>
              <a:defRPr sz="1600" b="0" i="0">
                <a:solidFill>
                  <a:schemeClr val="bg1"/>
                </a:solidFill>
                <a:latin typeface="Gill Sans"/>
                <a:cs typeface="Gill Sans"/>
              </a:defRPr>
            </a:lvl1pPr>
            <a:lvl2pPr>
              <a:defRPr sz="1400" b="0" i="0">
                <a:solidFill>
                  <a:schemeClr val="bg1"/>
                </a:solidFill>
                <a:latin typeface="Gill Sans"/>
                <a:cs typeface="Gill Sans"/>
              </a:defRPr>
            </a:lvl2pPr>
            <a:lvl3pPr>
              <a:defRPr sz="1400" b="0" i="0">
                <a:solidFill>
                  <a:schemeClr val="bg1"/>
                </a:solidFill>
              </a:defRPr>
            </a:lvl3pPr>
          </a:lstStyle>
          <a:p>
            <a:r>
              <a:rPr lang="en-US" dirty="0"/>
              <a:t>Bullet point 1</a:t>
            </a:r>
          </a:p>
          <a:p>
            <a:pPr lvl="1"/>
            <a:r>
              <a:rPr lang="en-US" dirty="0"/>
              <a:t>Bullet Point 2</a:t>
            </a:r>
          </a:p>
          <a:p>
            <a:pPr lvl="1"/>
            <a:r>
              <a:rPr lang="en-US" dirty="0"/>
              <a:t>Bullet Point 2A</a:t>
            </a:r>
          </a:p>
          <a:p>
            <a:pPr lvl="2"/>
            <a:r>
              <a:rPr lang="en-US" dirty="0"/>
              <a:t>Bullet Point 3</a:t>
            </a:r>
          </a:p>
          <a:p>
            <a:endParaRPr lang="en-US" dirty="0"/>
          </a:p>
        </p:txBody>
      </p:sp>
      <p:sp>
        <p:nvSpPr>
          <p:cNvPr id="24" name="Content Placeholder 12"/>
          <p:cNvSpPr>
            <a:spLocks noGrp="1"/>
          </p:cNvSpPr>
          <p:nvPr>
            <p:ph sz="half" idx="10" hasCustomPrompt="1"/>
          </p:nvPr>
        </p:nvSpPr>
        <p:spPr>
          <a:xfrm>
            <a:off x="5791200" y="590550"/>
            <a:ext cx="3352800" cy="4114800"/>
          </a:xfrm>
          <a:prstGeom prst="rect">
            <a:avLst/>
          </a:prstGeom>
        </p:spPr>
        <p:txBody>
          <a:bodyPr/>
          <a:lstStyle>
            <a:lvl1pPr marL="171446" indent="-171446">
              <a:buFont typeface="Arial"/>
              <a:buChar char="•"/>
              <a:defRPr sz="1600" b="0" i="0">
                <a:solidFill>
                  <a:srgbClr val="4D4D4F"/>
                </a:solidFill>
                <a:latin typeface="Gill Sans"/>
                <a:cs typeface="Gill Sans"/>
              </a:defRPr>
            </a:lvl1pPr>
            <a:lvl2pPr>
              <a:defRPr sz="1400" b="0" i="0">
                <a:solidFill>
                  <a:srgbClr val="4D4D4F"/>
                </a:solidFill>
                <a:latin typeface="Gill Sans"/>
                <a:cs typeface="Gill Sans"/>
              </a:defRPr>
            </a:lvl2pPr>
            <a:lvl3pPr>
              <a:defRPr sz="1400" b="0" i="0">
                <a:solidFill>
                  <a:srgbClr val="4D4D4F"/>
                </a:solidFill>
              </a:defRPr>
            </a:lvl3pPr>
          </a:lstStyle>
          <a:p>
            <a:r>
              <a:rPr lang="en-US" dirty="0"/>
              <a:t>Bullet point 1</a:t>
            </a:r>
          </a:p>
          <a:p>
            <a:pPr lvl="1"/>
            <a:r>
              <a:rPr lang="en-US" dirty="0"/>
              <a:t>Bullet Point 2</a:t>
            </a:r>
          </a:p>
          <a:p>
            <a:pPr lvl="1"/>
            <a:r>
              <a:rPr lang="en-US" dirty="0"/>
              <a:t>Bullet Point 2A</a:t>
            </a:r>
          </a:p>
          <a:p>
            <a:pPr lvl="2"/>
            <a:r>
              <a:rPr lang="en-US" dirty="0"/>
              <a:t>Bullet Point 3</a:t>
            </a:r>
          </a:p>
          <a:p>
            <a:endParaRPr lang="en-US" dirty="0"/>
          </a:p>
        </p:txBody>
      </p:sp>
      <p:sp>
        <p:nvSpPr>
          <p:cNvPr id="14" name="Title 3"/>
          <p:cNvSpPr>
            <a:spLocks noGrp="1"/>
          </p:cNvSpPr>
          <p:nvPr>
            <p:ph type="title"/>
          </p:nvPr>
        </p:nvSpPr>
        <p:spPr>
          <a:xfrm>
            <a:off x="228600" y="133350"/>
            <a:ext cx="8763000" cy="381000"/>
          </a:xfrm>
          <a:prstGeom prst="rect">
            <a:avLst/>
          </a:prstGeom>
        </p:spPr>
        <p:txBody>
          <a:bodyPr/>
          <a:lstStyle>
            <a:lvl1pPr algn="l">
              <a:defRPr sz="2000" b="1" i="0">
                <a:solidFill>
                  <a:srgbClr val="FFFFFF"/>
                </a:solidFill>
                <a:latin typeface="Gill Sans"/>
                <a:cs typeface="Gill San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3613773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457200" y="4767265"/>
            <a:ext cx="2133600" cy="274637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>
                <a:ea typeface="Arial" pitchFamily="3" charset="0"/>
                <a:cs typeface="Arial" pitchFamily="3" charset="0"/>
              </a:defRPr>
            </a:lvl1pPr>
          </a:lstStyle>
          <a:p>
            <a:fld id="{E6FE185F-06E8-3F45-BDE5-EB33BD7C3CC7}" type="datetimeFigureOut">
              <a:rPr lang="en-US"/>
              <a:pPr/>
              <a:t>7/9/2024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124200" y="4767265"/>
            <a:ext cx="2895600" cy="274637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>
                <a:latin typeface="Gill Sans MT" pitchFamily="3" charset="0"/>
              </a:defRPr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553200" y="4767265"/>
            <a:ext cx="2133600" cy="274637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>
                <a:ea typeface="Arial" pitchFamily="3" charset="0"/>
                <a:cs typeface="Arial" pitchFamily="3" charset="0"/>
              </a:defRPr>
            </a:lvl1pPr>
          </a:lstStyle>
          <a:p>
            <a:fld id="{A326CB14-AC33-384C-AF3D-02A49D2FACB1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9864022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1151335"/>
            <a:ext cx="4040188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b="0" i="0">
                <a:solidFill>
                  <a:srgbClr val="4D4D4F"/>
                </a:solidFill>
                <a:latin typeface="Gill Sans"/>
                <a:cs typeface="Gill Sans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1" y="1631156"/>
            <a:ext cx="4040188" cy="2963466"/>
          </a:xfrm>
          <a:prstGeom prst="rect">
            <a:avLst/>
          </a:prstGeom>
        </p:spPr>
        <p:txBody>
          <a:bodyPr/>
          <a:lstStyle>
            <a:lvl1pPr>
              <a:defRPr sz="1600" b="0" i="0">
                <a:solidFill>
                  <a:srgbClr val="4D4D4F"/>
                </a:solidFill>
                <a:latin typeface="Gill Sans"/>
                <a:cs typeface="Gill Sans"/>
              </a:defRPr>
            </a:lvl1pPr>
            <a:lvl2pPr>
              <a:defRPr sz="1400" b="0" i="0">
                <a:solidFill>
                  <a:srgbClr val="4D4D4F"/>
                </a:solidFill>
                <a:latin typeface="Gill Sans"/>
                <a:cs typeface="Gill Sans"/>
              </a:defRPr>
            </a:lvl2pPr>
            <a:lvl3pPr>
              <a:defRPr sz="1400" b="0" i="0">
                <a:solidFill>
                  <a:srgbClr val="4D4D4F"/>
                </a:solidFill>
                <a:latin typeface="Gill Sans"/>
                <a:cs typeface="Gill Sans"/>
              </a:defRPr>
            </a:lvl3pPr>
            <a:lvl4pPr>
              <a:defRPr sz="1400" b="0" i="0">
                <a:solidFill>
                  <a:srgbClr val="4D4D4F"/>
                </a:solidFill>
                <a:latin typeface="Gill Sans"/>
                <a:cs typeface="Gill Sans"/>
              </a:defRPr>
            </a:lvl4pPr>
            <a:lvl5pPr>
              <a:defRPr sz="1400" b="0" i="0">
                <a:solidFill>
                  <a:srgbClr val="4D4D4F"/>
                </a:solidFill>
                <a:latin typeface="Gill Sans"/>
                <a:cs typeface="Gill Sans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9" y="1151335"/>
            <a:ext cx="4041775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b="0" i="0">
                <a:solidFill>
                  <a:srgbClr val="4D4D4F"/>
                </a:solidFill>
                <a:latin typeface="Gill Sans"/>
                <a:cs typeface="Gill Sans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9" y="1631156"/>
            <a:ext cx="4041775" cy="2963466"/>
          </a:xfrm>
          <a:prstGeom prst="rect">
            <a:avLst/>
          </a:prstGeom>
        </p:spPr>
        <p:txBody>
          <a:bodyPr/>
          <a:lstStyle>
            <a:lvl1pPr>
              <a:defRPr sz="1600" b="0" i="0">
                <a:solidFill>
                  <a:srgbClr val="4D4D4F"/>
                </a:solidFill>
                <a:latin typeface="Gill Sans"/>
                <a:cs typeface="Gill Sans"/>
              </a:defRPr>
            </a:lvl1pPr>
            <a:lvl2pPr>
              <a:defRPr sz="1400" b="0" i="0">
                <a:solidFill>
                  <a:srgbClr val="4D4D4F"/>
                </a:solidFill>
                <a:latin typeface="Gill Sans"/>
                <a:cs typeface="Gill Sans"/>
              </a:defRPr>
            </a:lvl2pPr>
            <a:lvl3pPr>
              <a:defRPr sz="1400" b="0" i="0">
                <a:solidFill>
                  <a:srgbClr val="4D4D4F"/>
                </a:solidFill>
                <a:latin typeface="Gill Sans"/>
                <a:cs typeface="Gill Sans"/>
              </a:defRPr>
            </a:lvl3pPr>
            <a:lvl4pPr>
              <a:defRPr sz="1400" b="0" i="0">
                <a:solidFill>
                  <a:srgbClr val="4D4D4F"/>
                </a:solidFill>
                <a:latin typeface="Gill Sans"/>
                <a:cs typeface="Gill Sans"/>
              </a:defRPr>
            </a:lvl4pPr>
            <a:lvl5pPr>
              <a:defRPr sz="1400" b="0" i="0">
                <a:solidFill>
                  <a:srgbClr val="4D4D4F"/>
                </a:solidFill>
                <a:latin typeface="Gill Sans"/>
                <a:cs typeface="Gill Sans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Rectangle 9"/>
          <p:cNvSpPr/>
          <p:nvPr userDrawn="1"/>
        </p:nvSpPr>
        <p:spPr>
          <a:xfrm>
            <a:off x="0" y="0"/>
            <a:ext cx="9144000" cy="590550"/>
          </a:xfrm>
          <a:prstGeom prst="rect">
            <a:avLst/>
          </a:prstGeom>
          <a:solidFill>
            <a:srgbClr val="8DC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>
            <a:prstTxWarp prst="textNoShape">
              <a:avLst/>
            </a:prstTxWarp>
          </a:bodyPr>
          <a:lstStyle/>
          <a:p>
            <a:pPr algn="ctr"/>
            <a:endParaRPr lang="en-US">
              <a:solidFill>
                <a:srgbClr val="FFFFFF"/>
              </a:solidFill>
              <a:ea typeface="ＭＳ Ｐゴシック" pitchFamily="3" charset="-128"/>
              <a:cs typeface="ＭＳ Ｐゴシック" pitchFamily="3" charset="-128"/>
            </a:endParaRPr>
          </a:p>
        </p:txBody>
      </p:sp>
      <p:sp>
        <p:nvSpPr>
          <p:cNvPr id="11" name="Rectangle 10"/>
          <p:cNvSpPr/>
          <p:nvPr userDrawn="1"/>
        </p:nvSpPr>
        <p:spPr>
          <a:xfrm>
            <a:off x="0" y="590550"/>
            <a:ext cx="9144000" cy="46038"/>
          </a:xfrm>
          <a:prstGeom prst="rect">
            <a:avLst/>
          </a:prstGeom>
          <a:solidFill>
            <a:srgbClr val="27A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>
            <a:prstTxWarp prst="textNoShape">
              <a:avLst/>
            </a:prstTxWarp>
          </a:bodyPr>
          <a:lstStyle/>
          <a:p>
            <a:pPr algn="ctr"/>
            <a:endParaRPr lang="en-US">
              <a:solidFill>
                <a:srgbClr val="FFFFFF"/>
              </a:solidFill>
              <a:ea typeface="ＭＳ Ｐゴシック" pitchFamily="3" charset="-128"/>
              <a:cs typeface="ＭＳ Ｐゴシック" pitchFamily="3" charset="-128"/>
            </a:endParaRPr>
          </a:p>
        </p:txBody>
      </p:sp>
      <p:sp>
        <p:nvSpPr>
          <p:cNvPr id="12" name="Title 3"/>
          <p:cNvSpPr>
            <a:spLocks noGrp="1"/>
          </p:cNvSpPr>
          <p:nvPr>
            <p:ph type="title"/>
          </p:nvPr>
        </p:nvSpPr>
        <p:spPr>
          <a:xfrm>
            <a:off x="228600" y="133350"/>
            <a:ext cx="8763000" cy="381000"/>
          </a:xfrm>
          <a:prstGeom prst="rect">
            <a:avLst/>
          </a:prstGeom>
        </p:spPr>
        <p:txBody>
          <a:bodyPr/>
          <a:lstStyle>
            <a:lvl1pPr algn="l">
              <a:defRPr sz="2000" b="1" i="0">
                <a:solidFill>
                  <a:srgbClr val="FFFFFF"/>
                </a:solidFill>
                <a:latin typeface="Gill Sans"/>
                <a:cs typeface="Gill San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3361142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0" y="895350"/>
            <a:ext cx="3810000" cy="3810000"/>
          </a:xfrm>
          <a:prstGeom prst="rect">
            <a:avLst/>
          </a:prstGeom>
          <a:solidFill>
            <a:srgbClr val="6D6E7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prstTxWarp prst="textNoShape">
              <a:avLst/>
            </a:prstTxWarp>
          </a:bodyPr>
          <a:lstStyle/>
          <a:p>
            <a:pPr algn="ctr"/>
            <a:endParaRPr lang="en-US">
              <a:solidFill>
                <a:srgbClr val="71B206"/>
              </a:solidFill>
              <a:ea typeface="ＭＳ Ｐゴシック" pitchFamily="3" charset="-128"/>
              <a:cs typeface="ＭＳ Ｐゴシック" pitchFamily="3" charset="-128"/>
            </a:endParaRPr>
          </a:p>
        </p:txBody>
      </p:sp>
      <p:sp>
        <p:nvSpPr>
          <p:cNvPr id="6" name="Rectangle 5"/>
          <p:cNvSpPr/>
          <p:nvPr userDrawn="1"/>
        </p:nvSpPr>
        <p:spPr>
          <a:xfrm>
            <a:off x="0" y="0"/>
            <a:ext cx="3810000" cy="895350"/>
          </a:xfrm>
          <a:prstGeom prst="rect">
            <a:avLst/>
          </a:prstGeom>
          <a:solidFill>
            <a:srgbClr val="8DC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>
            <a:prstTxWarp prst="textNoShape">
              <a:avLst/>
            </a:prstTxWarp>
          </a:bodyPr>
          <a:lstStyle/>
          <a:p>
            <a:pPr algn="ctr"/>
            <a:endParaRPr lang="en-US">
              <a:solidFill>
                <a:srgbClr val="FFFFFF"/>
              </a:solidFill>
              <a:ea typeface="ＭＳ Ｐゴシック" pitchFamily="3" charset="-128"/>
              <a:cs typeface="ＭＳ Ｐゴシック" pitchFamily="3" charset="-128"/>
            </a:endParaRPr>
          </a:p>
        </p:txBody>
      </p:sp>
      <p:sp>
        <p:nvSpPr>
          <p:cNvPr id="8" name="Rectangle 7"/>
          <p:cNvSpPr/>
          <p:nvPr userDrawn="1"/>
        </p:nvSpPr>
        <p:spPr>
          <a:xfrm>
            <a:off x="0" y="895350"/>
            <a:ext cx="3810000" cy="46038"/>
          </a:xfrm>
          <a:prstGeom prst="rect">
            <a:avLst/>
          </a:prstGeom>
          <a:solidFill>
            <a:srgbClr val="27A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>
            <a:prstTxWarp prst="textNoShape">
              <a:avLst/>
            </a:prstTxWarp>
          </a:bodyPr>
          <a:lstStyle/>
          <a:p>
            <a:pPr algn="ctr"/>
            <a:endParaRPr lang="en-US">
              <a:solidFill>
                <a:srgbClr val="FFFFFF"/>
              </a:solidFill>
              <a:ea typeface="ＭＳ Ｐゴシック" pitchFamily="3" charset="-128"/>
              <a:cs typeface="ＭＳ Ｐゴシック" pitchFamily="3" charset="-128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133352"/>
            <a:ext cx="3505200" cy="538163"/>
          </a:xfrm>
          <a:prstGeom prst="rect">
            <a:avLst/>
          </a:prstGeom>
        </p:spPr>
        <p:txBody>
          <a:bodyPr anchor="t"/>
          <a:lstStyle>
            <a:lvl1pPr algn="l">
              <a:defRPr sz="2000" b="1" i="0">
                <a:solidFill>
                  <a:srgbClr val="FFFFFF"/>
                </a:solidFill>
                <a:latin typeface="Gill Sans"/>
                <a:cs typeface="Gill San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962400" y="204791"/>
            <a:ext cx="5029200" cy="4500561"/>
          </a:xfrm>
          <a:prstGeom prst="rect">
            <a:avLst/>
          </a:prstGeom>
        </p:spPr>
        <p:txBody>
          <a:bodyPr/>
          <a:lstStyle>
            <a:lvl1pPr>
              <a:defRPr sz="1600" b="0" i="0" baseline="0">
                <a:solidFill>
                  <a:srgbClr val="4D4D4F"/>
                </a:solidFill>
                <a:latin typeface="Gill Sans"/>
                <a:cs typeface="Gill Sans"/>
              </a:defRPr>
            </a:lvl1pPr>
            <a:lvl2pPr>
              <a:defRPr sz="1400" b="0" i="0">
                <a:solidFill>
                  <a:schemeClr val="accent6"/>
                </a:solidFill>
                <a:latin typeface="Gill Sans"/>
                <a:cs typeface="Gill Sans"/>
              </a:defRPr>
            </a:lvl2pPr>
            <a:lvl3pPr>
              <a:defRPr sz="1400" b="0" i="0">
                <a:solidFill>
                  <a:schemeClr val="accent6"/>
                </a:solidFill>
                <a:latin typeface="Gill Sans"/>
                <a:cs typeface="Gill Sans"/>
              </a:defRPr>
            </a:lvl3pPr>
            <a:lvl4pPr>
              <a:defRPr sz="1600">
                <a:latin typeface="Gill Sans"/>
                <a:cs typeface="Gill Sans"/>
              </a:defRPr>
            </a:lvl4pPr>
            <a:lvl5pPr>
              <a:defRPr sz="1600">
                <a:latin typeface="Gill Sans"/>
                <a:cs typeface="Gill Sans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r>
              <a:rPr lang="en-US" dirty="0"/>
              <a:t>Bullet point 1</a:t>
            </a:r>
          </a:p>
          <a:p>
            <a:pPr lvl="1"/>
            <a:r>
              <a:rPr lang="en-US" dirty="0"/>
              <a:t>Bullet Point 2</a:t>
            </a:r>
          </a:p>
          <a:p>
            <a:pPr lvl="1"/>
            <a:r>
              <a:rPr lang="en-US" dirty="0"/>
              <a:t>Bullet Point 2A</a:t>
            </a:r>
          </a:p>
          <a:p>
            <a:pPr lvl="2"/>
            <a:r>
              <a:rPr lang="en-US" dirty="0"/>
              <a:t>Bullet Point 3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228600" y="1123950"/>
            <a:ext cx="3352800" cy="3429000"/>
          </a:xfrm>
          <a:prstGeom prst="rect">
            <a:avLst/>
          </a:prstGeom>
        </p:spPr>
        <p:txBody>
          <a:bodyPr/>
          <a:lstStyle>
            <a:lvl1pPr marL="285744" indent="-285744">
              <a:buFont typeface="Arial"/>
              <a:buChar char="•"/>
              <a:defRPr sz="1600" b="0" i="0">
                <a:solidFill>
                  <a:schemeClr val="bg2"/>
                </a:solidFill>
                <a:latin typeface="Gill Sans"/>
                <a:cs typeface="Gill Sans"/>
              </a:defRPr>
            </a:lvl1pPr>
            <a:lvl2pPr marL="628635" indent="-171446">
              <a:buFont typeface="Arial"/>
              <a:buChar char="•"/>
              <a:defRPr sz="1400" b="0" i="0">
                <a:solidFill>
                  <a:schemeClr val="bg2"/>
                </a:solidFill>
              </a:defRPr>
            </a:lvl2pPr>
            <a:lvl3pPr marL="1085824" indent="-171446">
              <a:buFont typeface="Arial"/>
              <a:buChar char="•"/>
              <a:defRPr sz="1400" b="0" i="0">
                <a:solidFill>
                  <a:schemeClr val="bg2"/>
                </a:solidFill>
              </a:defRPr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1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r>
              <a:rPr lang="en-US" dirty="0"/>
              <a:t>Bullet point 1</a:t>
            </a:r>
          </a:p>
          <a:p>
            <a:pPr lvl="1"/>
            <a:r>
              <a:rPr lang="en-US" dirty="0"/>
              <a:t>Bullet Point 2</a:t>
            </a:r>
          </a:p>
          <a:p>
            <a:pPr lvl="1"/>
            <a:r>
              <a:rPr lang="en-US" dirty="0"/>
              <a:t>Bullet Point 2A</a:t>
            </a:r>
          </a:p>
          <a:p>
            <a:pPr lvl="2"/>
            <a:r>
              <a:rPr lang="en-US" dirty="0"/>
              <a:t>Bullet Point 3</a:t>
            </a:r>
          </a:p>
        </p:txBody>
      </p:sp>
    </p:spTree>
    <p:extLst>
      <p:ext uri="{BB962C8B-B14F-4D97-AF65-F5344CB8AC3E}">
        <p14:creationId xmlns:p14="http://schemas.microsoft.com/office/powerpoint/2010/main" val="2115940306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0" y="3333750"/>
            <a:ext cx="9144000" cy="1371600"/>
          </a:xfrm>
          <a:prstGeom prst="rect">
            <a:avLst/>
          </a:prstGeom>
          <a:solidFill>
            <a:srgbClr val="8DC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>
            <a:prstTxWarp prst="textNoShape">
              <a:avLst/>
            </a:prstTxWarp>
          </a:bodyPr>
          <a:lstStyle/>
          <a:p>
            <a:pPr algn="ctr"/>
            <a:endParaRPr lang="en-US">
              <a:solidFill>
                <a:srgbClr val="FFFFFF"/>
              </a:solidFill>
              <a:ea typeface="ＭＳ Ｐゴシック" pitchFamily="3" charset="-128"/>
              <a:cs typeface="ＭＳ Ｐゴシック" pitchFamily="3" charset="-128"/>
            </a:endParaRPr>
          </a:p>
        </p:txBody>
      </p:sp>
      <p:sp>
        <p:nvSpPr>
          <p:cNvPr id="7" name="Rectangle 6"/>
          <p:cNvSpPr/>
          <p:nvPr userDrawn="1"/>
        </p:nvSpPr>
        <p:spPr>
          <a:xfrm>
            <a:off x="0" y="3333750"/>
            <a:ext cx="9144000" cy="46038"/>
          </a:xfrm>
          <a:prstGeom prst="rect">
            <a:avLst/>
          </a:prstGeom>
          <a:solidFill>
            <a:srgbClr val="27A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>
            <a:prstTxWarp prst="textNoShape">
              <a:avLst/>
            </a:prstTxWarp>
          </a:bodyPr>
          <a:lstStyle/>
          <a:p>
            <a:pPr algn="ctr"/>
            <a:endParaRPr lang="en-US">
              <a:solidFill>
                <a:srgbClr val="FFFFFF"/>
              </a:solidFill>
              <a:ea typeface="ＭＳ Ｐゴシック" pitchFamily="3" charset="-128"/>
              <a:cs typeface="ＭＳ Ｐゴシック" pitchFamily="3" charset="-128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3448049"/>
            <a:ext cx="8534400" cy="425054"/>
          </a:xfrm>
          <a:prstGeom prst="rect">
            <a:avLst/>
          </a:prstGeom>
        </p:spPr>
        <p:txBody>
          <a:bodyPr anchor="t"/>
          <a:lstStyle>
            <a:lvl1pPr algn="l">
              <a:defRPr sz="2800" b="1" i="0">
                <a:solidFill>
                  <a:srgbClr val="FFFFFF"/>
                </a:solidFill>
                <a:latin typeface="Gill Sans"/>
                <a:cs typeface="Gill San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04800" y="247650"/>
            <a:ext cx="8534400" cy="2933700"/>
          </a:xfrm>
          <a:prstGeom prst="rect">
            <a:avLst/>
          </a:prstGeom>
        </p:spPr>
        <p:txBody>
          <a:bodyPr rtlCol="0">
            <a:normAutofit/>
          </a:bodyPr>
          <a:lstStyle>
            <a:lvl1pPr marL="0" indent="0">
              <a:buNone/>
              <a:defRPr sz="3200" b="0" i="0">
                <a:solidFill>
                  <a:srgbClr val="4D4D4F"/>
                </a:solidFill>
                <a:latin typeface="Gill Sans"/>
                <a:cs typeface="Gill Sans"/>
              </a:defRPr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4800" y="3943350"/>
            <a:ext cx="8534400" cy="685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0" i="0">
                <a:solidFill>
                  <a:srgbClr val="FFFFFF"/>
                </a:solidFill>
                <a:latin typeface="Gill Sans"/>
                <a:cs typeface="Gill Sans"/>
              </a:defRPr>
            </a:lvl1pPr>
            <a:lvl2pPr marL="457189" indent="0">
              <a:buNone/>
              <a:defRPr sz="1200"/>
            </a:lvl2pPr>
            <a:lvl3pPr marL="914377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1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00576136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, title +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051"/>
            <a:ext cx="9144000" cy="4745698"/>
          </a:xfrm>
          <a:prstGeom prst="rect">
            <a:avLst/>
          </a:prstGeom>
        </p:spPr>
      </p:pic>
      <p:sp>
        <p:nvSpPr>
          <p:cNvPr id="4" name="Title 1"/>
          <p:cNvSpPr txBox="1">
            <a:spLocks/>
          </p:cNvSpPr>
          <p:nvPr userDrawn="1"/>
        </p:nvSpPr>
        <p:spPr bwMode="auto">
          <a:xfrm>
            <a:off x="304800" y="1504950"/>
            <a:ext cx="8458200" cy="838200"/>
          </a:xfrm>
          <a:prstGeom prst="rect">
            <a:avLst/>
          </a:prstGeom>
          <a:solidFill>
            <a:schemeClr val="tx1">
              <a:alpha val="69019"/>
            </a:schemeClr>
          </a:solidFill>
          <a:ln w="9525">
            <a:noFill/>
            <a:miter lim="800000"/>
            <a:headEnd/>
            <a:tailEnd/>
          </a:ln>
        </p:spPr>
        <p:txBody>
          <a:bodyPr anchor="ctr">
            <a:prstTxWarp prst="textNoShape">
              <a:avLst/>
            </a:prstTxWarp>
          </a:bodyPr>
          <a:lstStyle/>
          <a:p>
            <a:pPr lvl="1" eaLnBrk="0" hangingPunct="0"/>
            <a:endParaRPr lang="en-US" sz="3600" dirty="0">
              <a:solidFill>
                <a:schemeClr val="accent1"/>
              </a:solidFill>
              <a:latin typeface="Gill Sans SemiBold" pitchFamily="3" charset="0"/>
              <a:ea typeface="Gill Sans SemiBold" pitchFamily="3" charset="0"/>
              <a:cs typeface="Gill Sans SemiBold" pitchFamily="3" charset="0"/>
            </a:endParaRPr>
          </a:p>
        </p:txBody>
      </p:sp>
      <p:sp>
        <p:nvSpPr>
          <p:cNvPr id="5" name="Title 1"/>
          <p:cNvSpPr txBox="1">
            <a:spLocks/>
          </p:cNvSpPr>
          <p:nvPr userDrawn="1"/>
        </p:nvSpPr>
        <p:spPr bwMode="auto">
          <a:xfrm>
            <a:off x="304800" y="2647950"/>
            <a:ext cx="8458200" cy="838200"/>
          </a:xfrm>
          <a:prstGeom prst="rect">
            <a:avLst/>
          </a:prstGeom>
          <a:solidFill>
            <a:schemeClr val="tx1">
              <a:alpha val="69019"/>
            </a:schemeClr>
          </a:solidFill>
          <a:ln w="9525">
            <a:noFill/>
            <a:miter lim="800000"/>
            <a:headEnd/>
            <a:tailEnd/>
          </a:ln>
        </p:spPr>
        <p:txBody>
          <a:bodyPr anchor="ctr">
            <a:prstTxWarp prst="textNoShape">
              <a:avLst/>
            </a:prstTxWarp>
          </a:bodyPr>
          <a:lstStyle/>
          <a:p>
            <a:pPr lvl="1" eaLnBrk="0" hangingPunct="0"/>
            <a:endParaRPr lang="en-US" sz="2800" dirty="0">
              <a:solidFill>
                <a:schemeClr val="bg1"/>
              </a:solidFill>
              <a:latin typeface="Gill Sans SemiBold" pitchFamily="3" charset="0"/>
              <a:ea typeface="Gill Sans SemiBold" pitchFamily="3" charset="0"/>
              <a:cs typeface="Gill Sans SemiBold" pitchFamily="3" charset="0"/>
            </a:endParaRPr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1657350"/>
            <a:ext cx="8229600" cy="533400"/>
          </a:xfrm>
          <a:prstGeom prst="rect">
            <a:avLst/>
          </a:prstGeom>
        </p:spPr>
        <p:txBody>
          <a:bodyPr vert="horz" anchor="t"/>
          <a:lstStyle>
            <a:lvl1pPr algn="l">
              <a:defRPr sz="2800" b="1" i="0">
                <a:solidFill>
                  <a:srgbClr val="FFFFFF"/>
                </a:solidFill>
                <a:latin typeface="Gill Sans"/>
                <a:cs typeface="Gill San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0"/>
          </p:nvPr>
        </p:nvSpPr>
        <p:spPr>
          <a:xfrm>
            <a:off x="457200" y="2800350"/>
            <a:ext cx="8229600" cy="609600"/>
          </a:xfrm>
          <a:prstGeom prst="rect">
            <a:avLst/>
          </a:prstGeom>
        </p:spPr>
        <p:txBody>
          <a:bodyPr vert="horz"/>
          <a:lstStyle>
            <a:lvl1pPr marL="0" indent="0">
              <a:buFontTx/>
              <a:buNone/>
              <a:defRPr sz="2400" b="0" i="0">
                <a:solidFill>
                  <a:srgbClr val="FFFFFF"/>
                </a:solidFill>
                <a:latin typeface="Gill Sans"/>
                <a:cs typeface="Gill San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5179504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ckground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Background_07_VE_Logo-01.jpg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51"/>
          <a:stretch/>
        </p:blipFill>
        <p:spPr>
          <a:xfrm>
            <a:off x="0" y="-11579"/>
            <a:ext cx="9144000" cy="4700587"/>
          </a:xfrm>
          <a:prstGeom prst="rect">
            <a:avLst/>
          </a:prstGeom>
          <a:ln>
            <a:noFill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876550"/>
            <a:ext cx="8229600" cy="857250"/>
          </a:xfrm>
          <a:prstGeom prst="rect">
            <a:avLst/>
          </a:prstGeom>
        </p:spPr>
        <p:txBody>
          <a:bodyPr vert="horz"/>
          <a:lstStyle>
            <a:lvl1pPr algn="l">
              <a:defRPr sz="2800" b="1" i="0" cap="none" spc="0" baseline="0">
                <a:ln>
                  <a:noFill/>
                </a:ln>
                <a:solidFill>
                  <a:srgbClr val="FFFFFF"/>
                </a:solidFill>
                <a:effectLst/>
                <a:latin typeface="Gill Sans"/>
                <a:cs typeface="Gill San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457200" y="3790950"/>
            <a:ext cx="6019800" cy="457200"/>
          </a:xfrm>
          <a:prstGeom prst="rect">
            <a:avLst/>
          </a:prstGeom>
        </p:spPr>
        <p:txBody>
          <a:bodyPr vert="horz"/>
          <a:lstStyle>
            <a:lvl1pPr marL="0" indent="0">
              <a:buFontTx/>
              <a:buNone/>
              <a:defRPr sz="2000" b="0" i="0">
                <a:solidFill>
                  <a:srgbClr val="FFFFFF"/>
                </a:solidFill>
                <a:latin typeface="Gill Sans"/>
                <a:cs typeface="Gill Sans"/>
              </a:defRPr>
            </a:lvl1pPr>
            <a:lvl2pPr marL="457189" indent="0">
              <a:buFontTx/>
              <a:buNone/>
              <a:defRPr>
                <a:solidFill>
                  <a:srgbClr val="FFFFFF"/>
                </a:solidFill>
              </a:defRPr>
            </a:lvl2pPr>
            <a:lvl3pPr marL="914377" indent="0">
              <a:buFontTx/>
              <a:buNone/>
              <a:defRPr>
                <a:solidFill>
                  <a:srgbClr val="FFFFFF"/>
                </a:solidFill>
              </a:defRPr>
            </a:lvl3pPr>
            <a:lvl4pPr marL="1371566" indent="0">
              <a:buFontTx/>
              <a:buNone/>
              <a:defRPr>
                <a:solidFill>
                  <a:srgbClr val="FFFFFF"/>
                </a:solidFill>
              </a:defRPr>
            </a:lvl4pPr>
            <a:lvl5pPr marL="1828754" indent="0">
              <a:buFontTx/>
              <a:buNone/>
              <a:defRPr>
                <a:solidFill>
                  <a:srgbClr val="FFFFFF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1044894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ckground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3" descr="Background_02-01.jpg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auto">
          <a:xfrm>
            <a:off x="0" y="-11579"/>
            <a:ext cx="9144000" cy="47005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457200" y="2876550"/>
            <a:ext cx="8229600" cy="857250"/>
          </a:xfrm>
          <a:prstGeom prst="rect">
            <a:avLst/>
          </a:prstGeom>
        </p:spPr>
        <p:txBody>
          <a:bodyPr vert="horz"/>
          <a:lstStyle>
            <a:lvl1pPr algn="l">
              <a:defRPr sz="2800" b="1" i="0" cap="none" spc="0" baseline="0">
                <a:ln>
                  <a:noFill/>
                </a:ln>
                <a:solidFill>
                  <a:srgbClr val="FFFFFF"/>
                </a:solidFill>
                <a:effectLst/>
                <a:latin typeface="Gill Sans"/>
                <a:cs typeface="Gill San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457200" y="3790950"/>
            <a:ext cx="6019800" cy="457200"/>
          </a:xfrm>
          <a:prstGeom prst="rect">
            <a:avLst/>
          </a:prstGeom>
        </p:spPr>
        <p:txBody>
          <a:bodyPr vert="horz"/>
          <a:lstStyle>
            <a:lvl1pPr marL="0" indent="0">
              <a:buFontTx/>
              <a:buNone/>
              <a:defRPr sz="2000" b="0" i="0">
                <a:solidFill>
                  <a:srgbClr val="FFFFFF"/>
                </a:solidFill>
                <a:latin typeface="Gill Sans"/>
                <a:cs typeface="Gill Sans"/>
              </a:defRPr>
            </a:lvl1pPr>
            <a:lvl2pPr marL="457189" indent="0">
              <a:buFontTx/>
              <a:buNone/>
              <a:defRPr>
                <a:solidFill>
                  <a:srgbClr val="FFFFFF"/>
                </a:solidFill>
              </a:defRPr>
            </a:lvl2pPr>
            <a:lvl3pPr marL="914377" indent="0">
              <a:buFontTx/>
              <a:buNone/>
              <a:defRPr>
                <a:solidFill>
                  <a:srgbClr val="FFFFFF"/>
                </a:solidFill>
              </a:defRPr>
            </a:lvl3pPr>
            <a:lvl4pPr marL="1371566" indent="0">
              <a:buFontTx/>
              <a:buNone/>
              <a:defRPr>
                <a:solidFill>
                  <a:srgbClr val="FFFFFF"/>
                </a:solidFill>
              </a:defRPr>
            </a:lvl4pPr>
            <a:lvl5pPr marL="1828754" indent="0">
              <a:buFontTx/>
              <a:buNone/>
              <a:defRPr>
                <a:solidFill>
                  <a:srgbClr val="FFFFFF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26107609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bg>
      <p:bgPr>
        <a:gradFill>
          <a:gsLst>
            <a:gs pos="0">
              <a:srgbClr val="EFEDEE"/>
            </a:gs>
            <a:gs pos="53000">
              <a:srgbClr val="F1EFF0"/>
            </a:gs>
            <a:gs pos="77000">
              <a:srgbClr val="EFEDEE"/>
            </a:gs>
            <a:gs pos="100000">
              <a:srgbClr val="EFEBEC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79748"/>
            <a:ext cx="7886700" cy="554292"/>
          </a:xfrm>
        </p:spPr>
        <p:txBody>
          <a:bodyPr>
            <a:normAutofit/>
          </a:bodyPr>
          <a:lstStyle>
            <a:lvl1pPr>
              <a:defRPr sz="270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7742608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.png"/><Relationship Id="rId4" Type="http://schemas.openxmlformats.org/officeDocument/2006/relationships/image" Target="../media/image6.pn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5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5" Type="http://schemas.openxmlformats.org/officeDocument/2006/relationships/image" Target="../media/image8.png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14" Type="http://schemas.openxmlformats.org/officeDocument/2006/relationships/image" Target="../media/image7.png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3.xml"/><Relationship Id="rId13" Type="http://schemas.openxmlformats.org/officeDocument/2006/relationships/theme" Target="../theme/theme4.xml"/><Relationship Id="rId3" Type="http://schemas.openxmlformats.org/officeDocument/2006/relationships/slideLayout" Target="../slideLayouts/slideLayout28.xml"/><Relationship Id="rId7" Type="http://schemas.openxmlformats.org/officeDocument/2006/relationships/slideLayout" Target="../slideLayouts/slideLayout32.xml"/><Relationship Id="rId12" Type="http://schemas.openxmlformats.org/officeDocument/2006/relationships/slideLayout" Target="../slideLayouts/slideLayout37.xml"/><Relationship Id="rId2" Type="http://schemas.openxmlformats.org/officeDocument/2006/relationships/slideLayout" Target="../slideLayouts/slideLayout27.xml"/><Relationship Id="rId1" Type="http://schemas.openxmlformats.org/officeDocument/2006/relationships/slideLayout" Target="../slideLayouts/slideLayout26.xml"/><Relationship Id="rId6" Type="http://schemas.openxmlformats.org/officeDocument/2006/relationships/slideLayout" Target="../slideLayouts/slideLayout31.xml"/><Relationship Id="rId11" Type="http://schemas.openxmlformats.org/officeDocument/2006/relationships/slideLayout" Target="../slideLayouts/slideLayout36.xml"/><Relationship Id="rId5" Type="http://schemas.openxmlformats.org/officeDocument/2006/relationships/slideLayout" Target="../slideLayouts/slideLayout30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35.xml"/><Relationship Id="rId4" Type="http://schemas.openxmlformats.org/officeDocument/2006/relationships/slideLayout" Target="../slideLayouts/slideLayout29.xml"/><Relationship Id="rId9" Type="http://schemas.openxmlformats.org/officeDocument/2006/relationships/slideLayout" Target="../slideLayouts/slideLayout34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1" descr="Shell licensee_blue.png"/>
          <p:cNvPicPr>
            <a:picLocks noChangeAspect="1"/>
          </p:cNvPicPr>
          <p:nvPr userDrawn="1"/>
        </p:nvPicPr>
        <p:blipFill>
          <a:blip r:embed="rId1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620000" y="4814888"/>
            <a:ext cx="1219200" cy="195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Picture 4"/>
          <p:cNvPicPr>
            <a:picLocks noChangeAspect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1" y="4806530"/>
            <a:ext cx="838198" cy="203619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75" r:id="rId1"/>
    <p:sldLayoutId id="2147483976" r:id="rId2"/>
    <p:sldLayoutId id="2147483977" r:id="rId3"/>
    <p:sldLayoutId id="2147483978" r:id="rId4"/>
    <p:sldLayoutId id="2147483980" r:id="rId5"/>
    <p:sldLayoutId id="2147483981" r:id="rId6"/>
    <p:sldLayoutId id="2147483982" r:id="rId7"/>
    <p:sldLayoutId id="2147483983" r:id="rId8"/>
    <p:sldLayoutId id="2147483985" r:id="rId9"/>
    <p:sldLayoutId id="2147483994" r:id="rId10"/>
    <p:sldLayoutId id="2147483995" r:id="rId11"/>
  </p:sldLayoutIdLst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Gill Sans SemiBold"/>
          <a:ea typeface="ＭＳ Ｐゴシック" charset="0"/>
          <a:cs typeface="Gill Sans SemiBold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Gill Sans SemiBold" charset="0"/>
          <a:ea typeface="ＭＳ Ｐゴシック" charset="0"/>
          <a:cs typeface="ＭＳ Ｐゴシック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Gill Sans SemiBold" charset="0"/>
          <a:ea typeface="ＭＳ Ｐゴシック" charset="0"/>
          <a:cs typeface="ＭＳ Ｐゴシック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Gill Sans SemiBold" charset="0"/>
          <a:ea typeface="ＭＳ Ｐゴシック" charset="0"/>
          <a:cs typeface="ＭＳ Ｐゴシック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Gill Sans SemiBold" charset="0"/>
          <a:ea typeface="ＭＳ Ｐゴシック" charset="0"/>
          <a:cs typeface="ＭＳ Ｐゴシック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Bebas Neue" charset="0"/>
          <a:ea typeface="ＭＳ Ｐゴシック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Bebas Neue" charset="0"/>
          <a:ea typeface="ＭＳ Ｐゴシック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Bebas Neue" charset="0"/>
          <a:ea typeface="ＭＳ Ｐゴシック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Bebas Neue" charset="0"/>
          <a:ea typeface="ＭＳ Ｐゴシック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Font typeface="Arial" pitchFamily="3" charset="0"/>
        <a:buChar char="•"/>
        <a:defRPr sz="3200" kern="1200">
          <a:solidFill>
            <a:schemeClr val="tx1"/>
          </a:solidFill>
          <a:latin typeface="+mn-lt"/>
          <a:ea typeface="ＭＳ Ｐゴシック" charset="0"/>
          <a:cs typeface="ＭＳ Ｐゴシック" charset="0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Font typeface="Arial" pitchFamily="3" charset="0"/>
        <a:buChar char="–"/>
        <a:defRPr sz="2800" kern="1200">
          <a:solidFill>
            <a:schemeClr val="tx1"/>
          </a:solidFill>
          <a:latin typeface="+mn-lt"/>
          <a:ea typeface="ＭＳ Ｐゴシック" charset="0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Font typeface="Arial" pitchFamily="3" charset="0"/>
        <a:buChar char="•"/>
        <a:defRPr sz="2400" kern="1200">
          <a:solidFill>
            <a:schemeClr val="tx1"/>
          </a:solidFill>
          <a:latin typeface="+mn-lt"/>
          <a:ea typeface="ＭＳ Ｐゴシック" charset="0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Font typeface="Arial" pitchFamily="3" charset="0"/>
        <a:buChar char="–"/>
        <a:defRPr sz="2000" kern="1200">
          <a:solidFill>
            <a:schemeClr val="tx1"/>
          </a:solidFill>
          <a:latin typeface="+mn-lt"/>
          <a:ea typeface="ＭＳ Ｐゴシック" charset="0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Font typeface="Arial" pitchFamily="3" charset="0"/>
        <a:buChar char="»"/>
        <a:defRPr sz="2000" kern="1200">
          <a:solidFill>
            <a:schemeClr val="tx1"/>
          </a:solidFill>
          <a:latin typeface="+mn-lt"/>
          <a:ea typeface="ＭＳ Ｐゴシック" charset="0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0" y="2495550"/>
            <a:ext cx="9144000" cy="2133600"/>
          </a:xfrm>
          <a:prstGeom prst="rect">
            <a:avLst/>
          </a:prstGeom>
          <a:solidFill>
            <a:srgbClr val="8DC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>
            <a:prstTxWarp prst="textNoShape">
              <a:avLst/>
            </a:prstTxWarp>
          </a:bodyPr>
          <a:lstStyle/>
          <a:p>
            <a:pPr algn="ctr"/>
            <a:endParaRPr lang="en-US" dirty="0">
              <a:solidFill>
                <a:srgbClr val="FFFFFF"/>
              </a:solidFill>
              <a:ea typeface="ＭＳ Ｐゴシック" pitchFamily="3" charset="-128"/>
              <a:cs typeface="ＭＳ Ｐゴシック" pitchFamily="3" charset="-128"/>
            </a:endParaRP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1703" y="719768"/>
            <a:ext cx="4800593" cy="1166182"/>
          </a:xfrm>
          <a:prstGeom prst="rect">
            <a:avLst/>
          </a:prstGeom>
        </p:spPr>
      </p:pic>
      <p:pic>
        <p:nvPicPr>
          <p:cNvPr id="14" name="Picture 1" descr="Shell licensee_blue.png"/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543800" y="4759543"/>
            <a:ext cx="1296000" cy="2075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5" name="Rectangle 4"/>
          <p:cNvSpPr>
            <a:spLocks noChangeArrowheads="1"/>
          </p:cNvSpPr>
          <p:nvPr userDrawn="1"/>
        </p:nvSpPr>
        <p:spPr bwMode="auto">
          <a:xfrm>
            <a:off x="7239000" y="4933950"/>
            <a:ext cx="2255837" cy="1744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algn="ctr"/>
            <a:r>
              <a:rPr lang="en-GB" sz="800" baseline="30000" dirty="0">
                <a:solidFill>
                  <a:srgbClr val="5A5B5E"/>
                </a:solidFill>
                <a:latin typeface="Gill Sans Light" pitchFamily="3" charset="0"/>
                <a:ea typeface="Gill Sans Light" pitchFamily="3" charset="0"/>
                <a:cs typeface="Gill Sans Light" pitchFamily="3" charset="0"/>
              </a:rPr>
              <a:t>Shell trademarks used under license</a:t>
            </a:r>
          </a:p>
        </p:txBody>
      </p:sp>
    </p:spTree>
    <p:extLst>
      <p:ext uri="{BB962C8B-B14F-4D97-AF65-F5344CB8AC3E}">
        <p14:creationId xmlns:p14="http://schemas.microsoft.com/office/powerpoint/2010/main" val="6039028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12" r:id="rId1"/>
    <p:sldLayoutId id="2147484013" r:id="rId2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1" descr="Shell licensee_blue.png"/>
          <p:cNvPicPr>
            <a:picLocks noChangeAspect="1"/>
          </p:cNvPicPr>
          <p:nvPr userDrawn="1"/>
        </p:nvPicPr>
        <p:blipFill>
          <a:blip r:embed="rId1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620000" y="4814889"/>
            <a:ext cx="1219200" cy="195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Picture 4" descr="Vivo-MasterLogo.png"/>
          <p:cNvPicPr>
            <a:picLocks noChangeAspect="1"/>
          </p:cNvPicPr>
          <p:nvPr userDrawn="1"/>
        </p:nvPicPr>
        <p:blipFill>
          <a:blip r:embed="rId1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4800" y="4806530"/>
            <a:ext cx="838200" cy="203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64901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15" r:id="rId1"/>
    <p:sldLayoutId id="2147484016" r:id="rId2"/>
    <p:sldLayoutId id="2147484017" r:id="rId3"/>
    <p:sldLayoutId id="2147484018" r:id="rId4"/>
    <p:sldLayoutId id="2147484019" r:id="rId5"/>
    <p:sldLayoutId id="2147484020" r:id="rId6"/>
    <p:sldLayoutId id="2147484021" r:id="rId7"/>
    <p:sldLayoutId id="2147484022" r:id="rId8"/>
    <p:sldLayoutId id="2147484023" r:id="rId9"/>
    <p:sldLayoutId id="2147484024" r:id="rId10"/>
    <p:sldLayoutId id="2147484025" r:id="rId11"/>
    <p:sldLayoutId id="2147484026" r:id="rId12"/>
  </p:sldLayoutIdLst>
  <p:txStyles>
    <p:titleStyle>
      <a:lvl1pPr algn="ctr" rtl="0" eaLnBrk="1" fontAlgn="base" hangingPunct="1">
        <a:spcBef>
          <a:spcPct val="0"/>
        </a:spcBef>
        <a:spcAft>
          <a:spcPct val="0"/>
        </a:spcAft>
        <a:defRPr sz="3300" kern="1200">
          <a:solidFill>
            <a:schemeClr val="tx1"/>
          </a:solidFill>
          <a:latin typeface="Gill Sans SemiBold"/>
          <a:ea typeface="ＭＳ Ｐゴシック" charset="0"/>
          <a:cs typeface="Gill Sans SemiBold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Gill Sans SemiBold" charset="0"/>
          <a:ea typeface="ＭＳ Ｐゴシック" charset="0"/>
          <a:cs typeface="ＭＳ Ｐゴシック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Gill Sans SemiBold" charset="0"/>
          <a:ea typeface="ＭＳ Ｐゴシック" charset="0"/>
          <a:cs typeface="ＭＳ Ｐゴシック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Gill Sans SemiBold" charset="0"/>
          <a:ea typeface="ＭＳ Ｐゴシック" charset="0"/>
          <a:cs typeface="ＭＳ Ｐゴシック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Gill Sans SemiBold" charset="0"/>
          <a:ea typeface="ＭＳ Ｐゴシック" charset="0"/>
          <a:cs typeface="ＭＳ Ｐゴシック" charset="0"/>
        </a:defRPr>
      </a:lvl5pPr>
      <a:lvl6pPr marL="342892" algn="ctr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Bebas Neue" charset="0"/>
          <a:ea typeface="ＭＳ Ｐゴシック" charset="0"/>
        </a:defRPr>
      </a:lvl6pPr>
      <a:lvl7pPr marL="685783" algn="ctr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Bebas Neue" charset="0"/>
          <a:ea typeface="ＭＳ Ｐゴシック" charset="0"/>
        </a:defRPr>
      </a:lvl7pPr>
      <a:lvl8pPr marL="1028675" algn="ctr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Bebas Neue" charset="0"/>
          <a:ea typeface="ＭＳ Ｐゴシック" charset="0"/>
        </a:defRPr>
      </a:lvl8pPr>
      <a:lvl9pPr marL="1371566" algn="ctr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Bebas Neue" charset="0"/>
          <a:ea typeface="ＭＳ Ｐゴシック" charset="0"/>
        </a:defRPr>
      </a:lvl9pPr>
    </p:titleStyle>
    <p:bodyStyle>
      <a:lvl1pPr marL="257168" indent="-257168" algn="l" rtl="0" eaLnBrk="1" fontAlgn="base" hangingPunct="1">
        <a:spcBef>
          <a:spcPct val="20000"/>
        </a:spcBef>
        <a:spcAft>
          <a:spcPct val="0"/>
        </a:spcAft>
        <a:buFont typeface="Arial" pitchFamily="3" charset="0"/>
        <a:buChar char="•"/>
        <a:defRPr sz="2400" kern="1200">
          <a:solidFill>
            <a:schemeClr val="tx1"/>
          </a:solidFill>
          <a:latin typeface="+mn-lt"/>
          <a:ea typeface="ＭＳ Ｐゴシック" charset="0"/>
          <a:cs typeface="ＭＳ Ｐゴシック" charset="0"/>
        </a:defRPr>
      </a:lvl1pPr>
      <a:lvl2pPr marL="557199" indent="-214308" algn="l" rtl="0" eaLnBrk="1" fontAlgn="base" hangingPunct="1">
        <a:spcBef>
          <a:spcPct val="20000"/>
        </a:spcBef>
        <a:spcAft>
          <a:spcPct val="0"/>
        </a:spcAft>
        <a:buFont typeface="Arial" pitchFamily="3" charset="0"/>
        <a:buChar char="–"/>
        <a:defRPr sz="2100" kern="1200">
          <a:solidFill>
            <a:schemeClr val="tx1"/>
          </a:solidFill>
          <a:latin typeface="+mn-lt"/>
          <a:ea typeface="ＭＳ Ｐゴシック" charset="0"/>
          <a:cs typeface="+mn-cs"/>
        </a:defRPr>
      </a:lvl2pPr>
      <a:lvl3pPr marL="857228" indent="-171446" algn="l" rtl="0" eaLnBrk="1" fontAlgn="base" hangingPunct="1">
        <a:spcBef>
          <a:spcPct val="20000"/>
        </a:spcBef>
        <a:spcAft>
          <a:spcPct val="0"/>
        </a:spcAft>
        <a:buFont typeface="Arial" pitchFamily="3" charset="0"/>
        <a:buChar char="•"/>
        <a:defRPr sz="1800" kern="1200">
          <a:solidFill>
            <a:schemeClr val="tx1"/>
          </a:solidFill>
          <a:latin typeface="+mn-lt"/>
          <a:ea typeface="ＭＳ Ｐゴシック" charset="0"/>
          <a:cs typeface="+mn-cs"/>
        </a:defRPr>
      </a:lvl3pPr>
      <a:lvl4pPr marL="1200120" indent="-171446" algn="l" rtl="0" eaLnBrk="1" fontAlgn="base" hangingPunct="1">
        <a:spcBef>
          <a:spcPct val="20000"/>
        </a:spcBef>
        <a:spcAft>
          <a:spcPct val="0"/>
        </a:spcAft>
        <a:buFont typeface="Arial" pitchFamily="3" charset="0"/>
        <a:buChar char="–"/>
        <a:defRPr sz="1500" kern="1200">
          <a:solidFill>
            <a:schemeClr val="tx1"/>
          </a:solidFill>
          <a:latin typeface="+mn-lt"/>
          <a:ea typeface="ＭＳ Ｐゴシック" charset="0"/>
          <a:cs typeface="+mn-cs"/>
        </a:defRPr>
      </a:lvl4pPr>
      <a:lvl5pPr marL="1543012" indent="-171446" algn="l" rtl="0" eaLnBrk="1" fontAlgn="base" hangingPunct="1">
        <a:spcBef>
          <a:spcPct val="20000"/>
        </a:spcBef>
        <a:spcAft>
          <a:spcPct val="0"/>
        </a:spcAft>
        <a:buFont typeface="Arial" pitchFamily="3" charset="0"/>
        <a:buChar char="»"/>
        <a:defRPr sz="1500" kern="1200">
          <a:solidFill>
            <a:schemeClr val="tx1"/>
          </a:solidFill>
          <a:latin typeface="+mn-lt"/>
          <a:ea typeface="ＭＳ Ｐゴシック" charset="0"/>
          <a:cs typeface="+mn-cs"/>
        </a:defRPr>
      </a:lvl5pPr>
      <a:lvl6pPr marL="1885903" indent="-171446" algn="l" defTabSz="685783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795" indent="-171446" algn="l" defTabSz="685783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686" indent="-171446" algn="l" defTabSz="685783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577" indent="-171446" algn="l" defTabSz="685783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892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783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675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566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457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348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240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132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1" descr="Shell licensee_blue.png"/>
          <p:cNvPicPr>
            <a:picLocks noChangeAspect="1"/>
          </p:cNvPicPr>
          <p:nvPr userDrawn="1"/>
        </p:nvPicPr>
        <p:blipFill>
          <a:blip r:embed="rId1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620000" y="4814888"/>
            <a:ext cx="1219200" cy="195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Picture 4"/>
          <p:cNvPicPr>
            <a:picLocks noChangeAspect="1"/>
          </p:cNvPicPr>
          <p:nvPr userDrawn="1"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2" y="4806532"/>
            <a:ext cx="838199" cy="203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61953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28" r:id="rId1"/>
    <p:sldLayoutId id="2147484029" r:id="rId2"/>
    <p:sldLayoutId id="2147484030" r:id="rId3"/>
    <p:sldLayoutId id="2147484031" r:id="rId4"/>
    <p:sldLayoutId id="2147484032" r:id="rId5"/>
    <p:sldLayoutId id="2147484033" r:id="rId6"/>
    <p:sldLayoutId id="2147484034" r:id="rId7"/>
    <p:sldLayoutId id="2147484035" r:id="rId8"/>
    <p:sldLayoutId id="2147484036" r:id="rId9"/>
    <p:sldLayoutId id="2147484037" r:id="rId10"/>
    <p:sldLayoutId id="2147484038" r:id="rId11"/>
    <p:sldLayoutId id="2147484039" r:id="rId12"/>
  </p:sldLayoutIdLst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Gill Sans SemiBold"/>
          <a:ea typeface="ＭＳ Ｐゴシック" charset="0"/>
          <a:cs typeface="Gill Sans SemiBold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Gill Sans SemiBold" charset="0"/>
          <a:ea typeface="ＭＳ Ｐゴシック" charset="0"/>
          <a:cs typeface="ＭＳ Ｐゴシック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Gill Sans SemiBold" charset="0"/>
          <a:ea typeface="ＭＳ Ｐゴシック" charset="0"/>
          <a:cs typeface="ＭＳ Ｐゴシック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Gill Sans SemiBold" charset="0"/>
          <a:ea typeface="ＭＳ Ｐゴシック" charset="0"/>
          <a:cs typeface="ＭＳ Ｐゴシック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Gill Sans SemiBold" charset="0"/>
          <a:ea typeface="ＭＳ Ｐゴシック" charset="0"/>
          <a:cs typeface="ＭＳ Ｐゴシック" charset="0"/>
        </a:defRPr>
      </a:lvl5pPr>
      <a:lvl6pPr marL="457189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Bebas Neue" charset="0"/>
          <a:ea typeface="ＭＳ Ｐゴシック" charset="0"/>
        </a:defRPr>
      </a:lvl6pPr>
      <a:lvl7pPr marL="914377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Bebas Neue" charset="0"/>
          <a:ea typeface="ＭＳ Ｐゴシック" charset="0"/>
        </a:defRPr>
      </a:lvl7pPr>
      <a:lvl8pPr marL="1371566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Bebas Neue" charset="0"/>
          <a:ea typeface="ＭＳ Ｐゴシック" charset="0"/>
        </a:defRPr>
      </a:lvl8pPr>
      <a:lvl9pPr marL="1828754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Bebas Neue" charset="0"/>
          <a:ea typeface="ＭＳ Ｐゴシック" charset="0"/>
        </a:defRPr>
      </a:lvl9pPr>
    </p:titleStyle>
    <p:bodyStyle>
      <a:lvl1pPr marL="342891" indent="-342891" algn="l" rtl="0" eaLnBrk="1" fontAlgn="base" hangingPunct="1">
        <a:spcBef>
          <a:spcPct val="20000"/>
        </a:spcBef>
        <a:spcAft>
          <a:spcPct val="0"/>
        </a:spcAft>
        <a:buFont typeface="Arial" pitchFamily="3" charset="0"/>
        <a:buChar char="•"/>
        <a:defRPr sz="3200" kern="1200">
          <a:solidFill>
            <a:schemeClr val="tx1"/>
          </a:solidFill>
          <a:latin typeface="+mn-lt"/>
          <a:ea typeface="ＭＳ Ｐゴシック" charset="0"/>
          <a:cs typeface="ＭＳ Ｐゴシック" charset="0"/>
        </a:defRPr>
      </a:lvl1pPr>
      <a:lvl2pPr marL="742932" indent="-285744" algn="l" rtl="0" eaLnBrk="1" fontAlgn="base" hangingPunct="1">
        <a:spcBef>
          <a:spcPct val="20000"/>
        </a:spcBef>
        <a:spcAft>
          <a:spcPct val="0"/>
        </a:spcAft>
        <a:buFont typeface="Arial" pitchFamily="3" charset="0"/>
        <a:buChar char="–"/>
        <a:defRPr sz="2800" kern="1200">
          <a:solidFill>
            <a:schemeClr val="tx1"/>
          </a:solidFill>
          <a:latin typeface="+mn-lt"/>
          <a:ea typeface="ＭＳ Ｐゴシック" charset="0"/>
          <a:cs typeface="+mn-cs"/>
        </a:defRPr>
      </a:lvl2pPr>
      <a:lvl3pPr marL="1142971" indent="-228594" algn="l" rtl="0" eaLnBrk="1" fontAlgn="base" hangingPunct="1">
        <a:spcBef>
          <a:spcPct val="20000"/>
        </a:spcBef>
        <a:spcAft>
          <a:spcPct val="0"/>
        </a:spcAft>
        <a:buFont typeface="Arial" pitchFamily="3" charset="0"/>
        <a:buChar char="•"/>
        <a:defRPr sz="2400" kern="1200">
          <a:solidFill>
            <a:schemeClr val="tx1"/>
          </a:solidFill>
          <a:latin typeface="+mn-lt"/>
          <a:ea typeface="ＭＳ Ｐゴシック" charset="0"/>
          <a:cs typeface="+mn-cs"/>
        </a:defRPr>
      </a:lvl3pPr>
      <a:lvl4pPr marL="1600160" indent="-228594" algn="l" rtl="0" eaLnBrk="1" fontAlgn="base" hangingPunct="1">
        <a:spcBef>
          <a:spcPct val="20000"/>
        </a:spcBef>
        <a:spcAft>
          <a:spcPct val="0"/>
        </a:spcAft>
        <a:buFont typeface="Arial" pitchFamily="3" charset="0"/>
        <a:buChar char="–"/>
        <a:defRPr sz="2000" kern="1200">
          <a:solidFill>
            <a:schemeClr val="tx1"/>
          </a:solidFill>
          <a:latin typeface="+mn-lt"/>
          <a:ea typeface="ＭＳ Ｐゴシック" charset="0"/>
          <a:cs typeface="+mn-cs"/>
        </a:defRPr>
      </a:lvl4pPr>
      <a:lvl5pPr marL="2057349" indent="-228594" algn="l" rtl="0" eaLnBrk="1" fontAlgn="base" hangingPunct="1">
        <a:spcBef>
          <a:spcPct val="20000"/>
        </a:spcBef>
        <a:spcAft>
          <a:spcPct val="0"/>
        </a:spcAft>
        <a:buFont typeface="Arial" pitchFamily="3" charset="0"/>
        <a:buChar char="»"/>
        <a:defRPr sz="2000" kern="1200">
          <a:solidFill>
            <a:schemeClr val="tx1"/>
          </a:solidFill>
          <a:latin typeface="+mn-lt"/>
          <a:ea typeface="ＭＳ Ｐゴシック" charset="0"/>
          <a:cs typeface="+mn-cs"/>
        </a:defRPr>
      </a:lvl5pPr>
      <a:lvl6pPr marL="2514537" indent="-228594" algn="l" defTabSz="914377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4" Type="http://schemas.microsoft.com/office/2007/relationships/hdphoto" Target="../media/hdphoto1.wdp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8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jpe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8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8.png"/><Relationship Id="rId7" Type="http://schemas.openxmlformats.org/officeDocument/2006/relationships/image" Target="../media/image14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5.png"/><Relationship Id="rId5" Type="http://schemas.openxmlformats.org/officeDocument/2006/relationships/image" Target="../media/image20.png"/><Relationship Id="rId10" Type="http://schemas.openxmlformats.org/officeDocument/2006/relationships/image" Target="../media/image23.png"/><Relationship Id="rId4" Type="http://schemas.openxmlformats.org/officeDocument/2006/relationships/image" Target="../media/image19.png"/><Relationship Id="rId9" Type="http://schemas.openxmlformats.org/officeDocument/2006/relationships/image" Target="../media/image2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952750"/>
            <a:ext cx="7772400" cy="987152"/>
          </a:xfrm>
        </p:spPr>
        <p:txBody>
          <a:bodyPr/>
          <a:lstStyle/>
          <a:p>
            <a:r>
              <a:rPr lang="en-US" sz="2000" dirty="0"/>
              <a:t>MID-YEAR PRESENTATION</a:t>
            </a:r>
            <a:br>
              <a:rPr lang="en-US" sz="2000" dirty="0"/>
            </a:br>
            <a:r>
              <a:rPr lang="en-US" sz="2000" i="1" dirty="0"/>
              <a:t>by</a:t>
            </a:r>
            <a:endParaRPr lang="en-US" sz="20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3562350"/>
            <a:ext cx="7772400" cy="521568"/>
          </a:xfrm>
        </p:spPr>
        <p:txBody>
          <a:bodyPr/>
          <a:lstStyle/>
          <a:p>
            <a:r>
              <a:rPr lang="en-US" sz="1800" dirty="0"/>
              <a:t>KWADWO KARIKARI DUKU</a:t>
            </a:r>
          </a:p>
        </p:txBody>
      </p:sp>
    </p:spTree>
    <p:extLst>
      <p:ext uri="{BB962C8B-B14F-4D97-AF65-F5344CB8AC3E}">
        <p14:creationId xmlns:p14="http://schemas.microsoft.com/office/powerpoint/2010/main" val="8437679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+mj-lt"/>
              </a:rPr>
              <a:t>PRESENTATION OUTLINE </a:t>
            </a:r>
            <a:endParaRPr lang="en-GB" dirty="0">
              <a:latin typeface="+mj-lt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25450" y="987574"/>
            <a:ext cx="144016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 fontAlgn="auto">
              <a:spcBef>
                <a:spcPts val="0"/>
              </a:spcBef>
              <a:spcAft>
                <a:spcPts val="0"/>
              </a:spcAft>
              <a:defRPr/>
            </a:pPr>
            <a:endParaRPr lang="en-GB" sz="1600" dirty="0">
              <a:solidFill>
                <a:srgbClr val="72B432"/>
              </a:solidFill>
              <a:latin typeface="Gill Sans MT"/>
              <a:ea typeface="+mn-ea"/>
              <a:cs typeface="+mn-cs"/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0" b="100000" l="838" r="100000">
                        <a14:foregroundMark x1="16760" y1="13712" x2="56425" y2="92908"/>
                        <a14:foregroundMark x1="6704" y1="36407" x2="42737" y2="87943"/>
                        <a14:foregroundMark x1="80168" y1="34988" x2="95251" y2="91253"/>
                        <a14:foregroundMark x1="6425" y1="76596" x2="51397" y2="36643"/>
                        <a14:foregroundMark x1="53073" y1="50118" x2="56983" y2="64539"/>
                        <a14:foregroundMark x1="51955" y1="44681" x2="70950" y2="54610"/>
                        <a14:foregroundMark x1="52793" y1="36879" x2="67318" y2="52009"/>
                        <a14:foregroundMark x1="81844" y1="16548" x2="96369" y2="36407"/>
                        <a14:foregroundMark x1="68994" y1="13475" x2="79609" y2="18203"/>
                        <a14:backgroundMark x1="69274" y1="12057" x2="99162" y2="12766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745206" y="876301"/>
            <a:ext cx="2978921" cy="3395882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12" name="Oval 11"/>
          <p:cNvSpPr/>
          <p:nvPr/>
        </p:nvSpPr>
        <p:spPr>
          <a:xfrm>
            <a:off x="3352800" y="1714500"/>
            <a:ext cx="1651248" cy="1555751"/>
          </a:xfrm>
          <a:prstGeom prst="ellipse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050" i="1" dirty="0">
                <a:solidFill>
                  <a:schemeClr val="accent6">
                    <a:lumMod val="50000"/>
                  </a:schemeClr>
                </a:solidFill>
                <a:latin typeface="Gill Sans MT"/>
              </a:rPr>
              <a:t>PRESENTATION OUTLINE</a:t>
            </a:r>
            <a:endParaRPr lang="en-GB" sz="1050" i="1" dirty="0">
              <a:solidFill>
                <a:schemeClr val="accent6">
                  <a:lumMod val="50000"/>
                </a:schemeClr>
              </a:solidFill>
              <a:latin typeface="Gill Sans MT"/>
            </a:endParaRPr>
          </a:p>
        </p:txBody>
      </p:sp>
      <p:sp>
        <p:nvSpPr>
          <p:cNvPr id="15" name="Content Placeholder 2"/>
          <p:cNvSpPr>
            <a:spLocks noGrp="1"/>
          </p:cNvSpPr>
          <p:nvPr>
            <p:ph sz="half" idx="2"/>
          </p:nvPr>
        </p:nvSpPr>
        <p:spPr>
          <a:xfrm>
            <a:off x="6444208" y="1482614"/>
            <a:ext cx="1944216" cy="629898"/>
          </a:xfrm>
        </p:spPr>
        <p:txBody>
          <a:bodyPr/>
          <a:lstStyle/>
          <a:p>
            <a:pPr marL="0" indent="0">
              <a:buNone/>
            </a:pPr>
            <a:r>
              <a:rPr lang="en-US" b="1" dirty="0">
                <a:latin typeface="+mj-lt"/>
              </a:rPr>
              <a:t>CLASSROOM INDUCTION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16" name="Content Placeholder 4"/>
          <p:cNvSpPr txBox="1"/>
          <p:nvPr/>
        </p:nvSpPr>
        <p:spPr>
          <a:xfrm>
            <a:off x="107504" y="3507854"/>
            <a:ext cx="2058106" cy="1049739"/>
          </a:xfrm>
          <a:prstGeom prst="rect">
            <a:avLst/>
          </a:prstGeom>
        </p:spPr>
        <p:txBody>
          <a:bodyPr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600" b="0" i="0" kern="1200">
                <a:solidFill>
                  <a:srgbClr val="4D4D4F"/>
                </a:solidFill>
                <a:latin typeface="Gill Sans"/>
                <a:ea typeface="MS PGothic" panose="020B0600070205080204" pitchFamily="3" charset="-128"/>
                <a:cs typeface="Gill San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1400" b="0" i="0" kern="1200">
                <a:solidFill>
                  <a:srgbClr val="4D4D4F"/>
                </a:solidFill>
                <a:latin typeface="Gill Sans"/>
                <a:ea typeface="MS PGothic" panose="020B0600070205080204" pitchFamily="3" charset="-128"/>
                <a:cs typeface="Gill Sans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 b="0" i="0" kern="1200">
                <a:solidFill>
                  <a:srgbClr val="4D4D4F"/>
                </a:solidFill>
                <a:latin typeface="Gill Sans"/>
                <a:ea typeface="MS PGothic" panose="020B0600070205080204" pitchFamily="3" charset="-128"/>
                <a:cs typeface="Gill Sans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1400" b="0" i="0" kern="1200">
                <a:solidFill>
                  <a:srgbClr val="4D4D4F"/>
                </a:solidFill>
                <a:latin typeface="Gill Sans"/>
                <a:ea typeface="MS PGothic" panose="020B0600070205080204" pitchFamily="3" charset="-128"/>
                <a:cs typeface="Gill Sans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 b="0" i="0" kern="1200">
                <a:solidFill>
                  <a:srgbClr val="4D4D4F"/>
                </a:solidFill>
                <a:latin typeface="Gill Sans"/>
                <a:ea typeface="MS PGothic" panose="020B0600070205080204" pitchFamily="3" charset="-128"/>
                <a:cs typeface="Gill San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685800">
              <a:buNone/>
              <a:defRPr/>
            </a:pPr>
            <a:r>
              <a:rPr lang="en-US" b="1" dirty="0">
                <a:latin typeface="Gill Sans MT"/>
              </a:rPr>
              <a:t>ON-SITE OPERATIONS</a:t>
            </a:r>
          </a:p>
        </p:txBody>
      </p:sp>
      <p:sp>
        <p:nvSpPr>
          <p:cNvPr id="17" name="Content Placeholder 2"/>
          <p:cNvSpPr>
            <a:spLocks noGrp="1"/>
          </p:cNvSpPr>
          <p:nvPr>
            <p:ph sz="half" idx="2"/>
          </p:nvPr>
        </p:nvSpPr>
        <p:spPr>
          <a:xfrm>
            <a:off x="6804247" y="3507854"/>
            <a:ext cx="2301777" cy="764329"/>
          </a:xfrm>
        </p:spPr>
        <p:txBody>
          <a:bodyPr/>
          <a:lstStyle/>
          <a:p>
            <a:pPr marL="0" indent="0">
              <a:buNone/>
            </a:pPr>
            <a:r>
              <a:rPr lang="en-US" b="1" dirty="0">
                <a:latin typeface="+mj-lt"/>
              </a:rPr>
              <a:t>RECOMMENDATION &amp; CONCLUSION</a:t>
            </a:r>
          </a:p>
        </p:txBody>
      </p:sp>
      <p:cxnSp>
        <p:nvCxnSpPr>
          <p:cNvPr id="5" name="Connector: Elbow 4">
            <a:extLst>
              <a:ext uri="{FF2B5EF4-FFF2-40B4-BE49-F238E27FC236}">
                <a16:creationId xmlns:a16="http://schemas.microsoft.com/office/drawing/2014/main" id="{AFA13FF5-1468-E1FD-1AB4-8417885F9321}"/>
              </a:ext>
            </a:extLst>
          </p:cNvPr>
          <p:cNvCxnSpPr>
            <a:cxnSpLocks/>
          </p:cNvCxnSpPr>
          <p:nvPr/>
        </p:nvCxnSpPr>
        <p:spPr>
          <a:xfrm>
            <a:off x="5669458" y="3030990"/>
            <a:ext cx="1189458" cy="786383"/>
          </a:xfrm>
          <a:prstGeom prst="bentConnector3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8" name="Connector: Elbow 7">
            <a:extLst>
              <a:ext uri="{FF2B5EF4-FFF2-40B4-BE49-F238E27FC236}">
                <a16:creationId xmlns:a16="http://schemas.microsoft.com/office/drawing/2014/main" id="{B1C2F9D5-782F-CD66-7FBA-27A46ACB3433}"/>
              </a:ext>
            </a:extLst>
          </p:cNvPr>
          <p:cNvCxnSpPr>
            <a:cxnSpLocks/>
          </p:cNvCxnSpPr>
          <p:nvPr/>
        </p:nvCxnSpPr>
        <p:spPr>
          <a:xfrm rot="10800000" flipV="1">
            <a:off x="1835696" y="3124197"/>
            <a:ext cx="995326" cy="693175"/>
          </a:xfrm>
          <a:prstGeom prst="bentConnector3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25" name="Connector: Elbow 24">
            <a:extLst>
              <a:ext uri="{FF2B5EF4-FFF2-40B4-BE49-F238E27FC236}">
                <a16:creationId xmlns:a16="http://schemas.microsoft.com/office/drawing/2014/main" id="{68279951-5D4F-E331-54E5-EA2C5D2EF24B}"/>
              </a:ext>
            </a:extLst>
          </p:cNvPr>
          <p:cNvCxnSpPr>
            <a:cxnSpLocks/>
          </p:cNvCxnSpPr>
          <p:nvPr/>
        </p:nvCxnSpPr>
        <p:spPr>
          <a:xfrm>
            <a:off x="4572000" y="1189375"/>
            <a:ext cx="1803401" cy="629898"/>
          </a:xfrm>
          <a:prstGeom prst="bentConnector3">
            <a:avLst>
              <a:gd name="adj1" fmla="val 44296"/>
            </a:avLst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41AFC3-757F-4A4A-5C09-0860ED5E59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en-US" sz="2000" dirty="0">
                <a:latin typeface="+mj-lt"/>
              </a:rPr>
              <a:t>COMPANY PROFILE</a:t>
            </a:r>
            <a:endParaRPr lang="en-GB" sz="2000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F629052A-77FD-DBD5-BB11-DF6055D490C5}"/>
              </a:ext>
            </a:extLst>
          </p:cNvPr>
          <p:cNvGrpSpPr/>
          <p:nvPr/>
        </p:nvGrpSpPr>
        <p:grpSpPr>
          <a:xfrm>
            <a:off x="80505" y="966238"/>
            <a:ext cx="1926294" cy="3662912"/>
            <a:chOff x="408274" y="1627169"/>
            <a:chExt cx="2231545" cy="6206574"/>
          </a:xfrm>
        </p:grpSpPr>
        <p:sp>
          <p:nvSpPr>
            <p:cNvPr id="13" name="Freeform 89">
              <a:extLst>
                <a:ext uri="{FF2B5EF4-FFF2-40B4-BE49-F238E27FC236}">
                  <a16:creationId xmlns:a16="http://schemas.microsoft.com/office/drawing/2014/main" id="{80AAA3E7-0754-0E46-82BA-A49D3C6075EB}"/>
                </a:ext>
              </a:extLst>
            </p:cNvPr>
            <p:cNvSpPr>
              <a:spLocks/>
            </p:cNvSpPr>
            <p:nvPr/>
          </p:nvSpPr>
          <p:spPr bwMode="auto">
            <a:xfrm>
              <a:off x="668473" y="4743297"/>
              <a:ext cx="1501975" cy="292728"/>
            </a:xfrm>
            <a:custGeom>
              <a:avLst/>
              <a:gdLst>
                <a:gd name="T0" fmla="*/ 0 w 513"/>
                <a:gd name="T1" fmla="*/ 50 h 100"/>
                <a:gd name="T2" fmla="*/ 0 w 513"/>
                <a:gd name="T3" fmla="*/ 50 h 100"/>
                <a:gd name="T4" fmla="*/ 1 w 513"/>
                <a:gd name="T5" fmla="*/ 45 h 100"/>
                <a:gd name="T6" fmla="*/ 4 w 513"/>
                <a:gd name="T7" fmla="*/ 39 h 100"/>
                <a:gd name="T8" fmla="*/ 11 w 513"/>
                <a:gd name="T9" fmla="*/ 34 h 100"/>
                <a:gd name="T10" fmla="*/ 20 w 513"/>
                <a:gd name="T11" fmla="*/ 31 h 100"/>
                <a:gd name="T12" fmla="*/ 31 w 513"/>
                <a:gd name="T13" fmla="*/ 26 h 100"/>
                <a:gd name="T14" fmla="*/ 44 w 513"/>
                <a:gd name="T15" fmla="*/ 23 h 100"/>
                <a:gd name="T16" fmla="*/ 75 w 513"/>
                <a:gd name="T17" fmla="*/ 14 h 100"/>
                <a:gd name="T18" fmla="*/ 113 w 513"/>
                <a:gd name="T19" fmla="*/ 8 h 100"/>
                <a:gd name="T20" fmla="*/ 156 w 513"/>
                <a:gd name="T21" fmla="*/ 3 h 100"/>
                <a:gd name="T22" fmla="*/ 205 w 513"/>
                <a:gd name="T23" fmla="*/ 1 h 100"/>
                <a:gd name="T24" fmla="*/ 256 w 513"/>
                <a:gd name="T25" fmla="*/ 0 h 100"/>
                <a:gd name="T26" fmla="*/ 256 w 513"/>
                <a:gd name="T27" fmla="*/ 0 h 100"/>
                <a:gd name="T28" fmla="*/ 308 w 513"/>
                <a:gd name="T29" fmla="*/ 1 h 100"/>
                <a:gd name="T30" fmla="*/ 356 w 513"/>
                <a:gd name="T31" fmla="*/ 3 h 100"/>
                <a:gd name="T32" fmla="*/ 400 w 513"/>
                <a:gd name="T33" fmla="*/ 8 h 100"/>
                <a:gd name="T34" fmla="*/ 438 w 513"/>
                <a:gd name="T35" fmla="*/ 14 h 100"/>
                <a:gd name="T36" fmla="*/ 469 w 513"/>
                <a:gd name="T37" fmla="*/ 23 h 100"/>
                <a:gd name="T38" fmla="*/ 482 w 513"/>
                <a:gd name="T39" fmla="*/ 26 h 100"/>
                <a:gd name="T40" fmla="*/ 493 w 513"/>
                <a:gd name="T41" fmla="*/ 31 h 100"/>
                <a:gd name="T42" fmla="*/ 501 w 513"/>
                <a:gd name="T43" fmla="*/ 34 h 100"/>
                <a:gd name="T44" fmla="*/ 507 w 513"/>
                <a:gd name="T45" fmla="*/ 39 h 100"/>
                <a:gd name="T46" fmla="*/ 512 w 513"/>
                <a:gd name="T47" fmla="*/ 45 h 100"/>
                <a:gd name="T48" fmla="*/ 513 w 513"/>
                <a:gd name="T49" fmla="*/ 50 h 100"/>
                <a:gd name="T50" fmla="*/ 513 w 513"/>
                <a:gd name="T51" fmla="*/ 50 h 100"/>
                <a:gd name="T52" fmla="*/ 512 w 513"/>
                <a:gd name="T53" fmla="*/ 55 h 100"/>
                <a:gd name="T54" fmla="*/ 507 w 513"/>
                <a:gd name="T55" fmla="*/ 59 h 100"/>
                <a:gd name="T56" fmla="*/ 501 w 513"/>
                <a:gd name="T57" fmla="*/ 64 h 100"/>
                <a:gd name="T58" fmla="*/ 493 w 513"/>
                <a:gd name="T59" fmla="*/ 69 h 100"/>
                <a:gd name="T60" fmla="*/ 482 w 513"/>
                <a:gd name="T61" fmla="*/ 74 h 100"/>
                <a:gd name="T62" fmla="*/ 469 w 513"/>
                <a:gd name="T63" fmla="*/ 77 h 100"/>
                <a:gd name="T64" fmla="*/ 438 w 513"/>
                <a:gd name="T65" fmla="*/ 85 h 100"/>
                <a:gd name="T66" fmla="*/ 400 w 513"/>
                <a:gd name="T67" fmla="*/ 90 h 100"/>
                <a:gd name="T68" fmla="*/ 356 w 513"/>
                <a:gd name="T69" fmla="*/ 95 h 100"/>
                <a:gd name="T70" fmla="*/ 308 w 513"/>
                <a:gd name="T71" fmla="*/ 99 h 100"/>
                <a:gd name="T72" fmla="*/ 256 w 513"/>
                <a:gd name="T73" fmla="*/ 100 h 100"/>
                <a:gd name="T74" fmla="*/ 256 w 513"/>
                <a:gd name="T75" fmla="*/ 100 h 100"/>
                <a:gd name="T76" fmla="*/ 205 w 513"/>
                <a:gd name="T77" fmla="*/ 99 h 100"/>
                <a:gd name="T78" fmla="*/ 156 w 513"/>
                <a:gd name="T79" fmla="*/ 95 h 100"/>
                <a:gd name="T80" fmla="*/ 113 w 513"/>
                <a:gd name="T81" fmla="*/ 90 h 100"/>
                <a:gd name="T82" fmla="*/ 75 w 513"/>
                <a:gd name="T83" fmla="*/ 85 h 100"/>
                <a:gd name="T84" fmla="*/ 44 w 513"/>
                <a:gd name="T85" fmla="*/ 77 h 100"/>
                <a:gd name="T86" fmla="*/ 31 w 513"/>
                <a:gd name="T87" fmla="*/ 74 h 100"/>
                <a:gd name="T88" fmla="*/ 20 w 513"/>
                <a:gd name="T89" fmla="*/ 69 h 100"/>
                <a:gd name="T90" fmla="*/ 11 w 513"/>
                <a:gd name="T91" fmla="*/ 64 h 100"/>
                <a:gd name="T92" fmla="*/ 4 w 513"/>
                <a:gd name="T93" fmla="*/ 59 h 100"/>
                <a:gd name="T94" fmla="*/ 1 w 513"/>
                <a:gd name="T95" fmla="*/ 55 h 100"/>
                <a:gd name="T96" fmla="*/ 0 w 513"/>
                <a:gd name="T97" fmla="*/ 50 h 100"/>
                <a:gd name="T98" fmla="*/ 0 w 513"/>
                <a:gd name="T99" fmla="*/ 50 h 1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513" h="100">
                  <a:moveTo>
                    <a:pt x="0" y="50"/>
                  </a:moveTo>
                  <a:lnTo>
                    <a:pt x="0" y="50"/>
                  </a:lnTo>
                  <a:lnTo>
                    <a:pt x="1" y="45"/>
                  </a:lnTo>
                  <a:lnTo>
                    <a:pt x="4" y="39"/>
                  </a:lnTo>
                  <a:lnTo>
                    <a:pt x="11" y="34"/>
                  </a:lnTo>
                  <a:lnTo>
                    <a:pt x="20" y="31"/>
                  </a:lnTo>
                  <a:lnTo>
                    <a:pt x="31" y="26"/>
                  </a:lnTo>
                  <a:lnTo>
                    <a:pt x="44" y="23"/>
                  </a:lnTo>
                  <a:lnTo>
                    <a:pt x="75" y="14"/>
                  </a:lnTo>
                  <a:lnTo>
                    <a:pt x="113" y="8"/>
                  </a:lnTo>
                  <a:lnTo>
                    <a:pt x="156" y="3"/>
                  </a:lnTo>
                  <a:lnTo>
                    <a:pt x="205" y="1"/>
                  </a:lnTo>
                  <a:lnTo>
                    <a:pt x="256" y="0"/>
                  </a:lnTo>
                  <a:lnTo>
                    <a:pt x="256" y="0"/>
                  </a:lnTo>
                  <a:lnTo>
                    <a:pt x="308" y="1"/>
                  </a:lnTo>
                  <a:lnTo>
                    <a:pt x="356" y="3"/>
                  </a:lnTo>
                  <a:lnTo>
                    <a:pt x="400" y="8"/>
                  </a:lnTo>
                  <a:lnTo>
                    <a:pt x="438" y="14"/>
                  </a:lnTo>
                  <a:lnTo>
                    <a:pt x="469" y="23"/>
                  </a:lnTo>
                  <a:lnTo>
                    <a:pt x="482" y="26"/>
                  </a:lnTo>
                  <a:lnTo>
                    <a:pt x="493" y="31"/>
                  </a:lnTo>
                  <a:lnTo>
                    <a:pt x="501" y="34"/>
                  </a:lnTo>
                  <a:lnTo>
                    <a:pt x="507" y="39"/>
                  </a:lnTo>
                  <a:lnTo>
                    <a:pt x="512" y="45"/>
                  </a:lnTo>
                  <a:lnTo>
                    <a:pt x="513" y="50"/>
                  </a:lnTo>
                  <a:lnTo>
                    <a:pt x="513" y="50"/>
                  </a:lnTo>
                  <a:lnTo>
                    <a:pt x="512" y="55"/>
                  </a:lnTo>
                  <a:lnTo>
                    <a:pt x="507" y="59"/>
                  </a:lnTo>
                  <a:lnTo>
                    <a:pt x="501" y="64"/>
                  </a:lnTo>
                  <a:lnTo>
                    <a:pt x="493" y="69"/>
                  </a:lnTo>
                  <a:lnTo>
                    <a:pt x="482" y="74"/>
                  </a:lnTo>
                  <a:lnTo>
                    <a:pt x="469" y="77"/>
                  </a:lnTo>
                  <a:lnTo>
                    <a:pt x="438" y="85"/>
                  </a:lnTo>
                  <a:lnTo>
                    <a:pt x="400" y="90"/>
                  </a:lnTo>
                  <a:lnTo>
                    <a:pt x="356" y="95"/>
                  </a:lnTo>
                  <a:lnTo>
                    <a:pt x="308" y="99"/>
                  </a:lnTo>
                  <a:lnTo>
                    <a:pt x="256" y="100"/>
                  </a:lnTo>
                  <a:lnTo>
                    <a:pt x="256" y="100"/>
                  </a:lnTo>
                  <a:lnTo>
                    <a:pt x="205" y="99"/>
                  </a:lnTo>
                  <a:lnTo>
                    <a:pt x="156" y="95"/>
                  </a:lnTo>
                  <a:lnTo>
                    <a:pt x="113" y="90"/>
                  </a:lnTo>
                  <a:lnTo>
                    <a:pt x="75" y="85"/>
                  </a:lnTo>
                  <a:lnTo>
                    <a:pt x="44" y="77"/>
                  </a:lnTo>
                  <a:lnTo>
                    <a:pt x="31" y="74"/>
                  </a:lnTo>
                  <a:lnTo>
                    <a:pt x="20" y="69"/>
                  </a:lnTo>
                  <a:lnTo>
                    <a:pt x="11" y="64"/>
                  </a:lnTo>
                  <a:lnTo>
                    <a:pt x="4" y="59"/>
                  </a:lnTo>
                  <a:lnTo>
                    <a:pt x="1" y="55"/>
                  </a:lnTo>
                  <a:lnTo>
                    <a:pt x="0" y="50"/>
                  </a:lnTo>
                  <a:lnTo>
                    <a:pt x="0" y="50"/>
                  </a:lnTo>
                  <a:close/>
                </a:path>
              </a:pathLst>
            </a:custGeom>
            <a:solidFill>
              <a:srgbClr val="C0BF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0777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5389" algn="l" defTabSz="910777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0777" algn="l" defTabSz="910777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66167" algn="l" defTabSz="910777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1553" algn="l" defTabSz="910777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76941" algn="l" defTabSz="910777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32330" algn="l" defTabSz="910777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187720" algn="l" defTabSz="910777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43107" algn="l" defTabSz="910777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683083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GB" sz="1425" dirty="0">
                <a:solidFill>
                  <a:srgbClr val="555554"/>
                </a:solidFill>
                <a:latin typeface="Arial"/>
              </a:endParaRPr>
            </a:p>
          </p:txBody>
        </p:sp>
        <p:sp>
          <p:nvSpPr>
            <p:cNvPr id="14" name="Freeform 90">
              <a:extLst>
                <a:ext uri="{FF2B5EF4-FFF2-40B4-BE49-F238E27FC236}">
                  <a16:creationId xmlns:a16="http://schemas.microsoft.com/office/drawing/2014/main" id="{497C4D36-978B-126F-21EA-5D903FF13542}"/>
                </a:ext>
              </a:extLst>
            </p:cNvPr>
            <p:cNvSpPr>
              <a:spLocks/>
            </p:cNvSpPr>
            <p:nvPr/>
          </p:nvSpPr>
          <p:spPr bwMode="auto">
            <a:xfrm>
              <a:off x="408274" y="3553363"/>
              <a:ext cx="1116854" cy="4280379"/>
            </a:xfrm>
            <a:custGeom>
              <a:avLst/>
              <a:gdLst>
                <a:gd name="T0" fmla="*/ 0 w 257"/>
                <a:gd name="T1" fmla="*/ 385 h 514"/>
                <a:gd name="T2" fmla="*/ 0 w 257"/>
                <a:gd name="T3" fmla="*/ 129 h 514"/>
                <a:gd name="T4" fmla="*/ 0 w 257"/>
                <a:gd name="T5" fmla="*/ 129 h 514"/>
                <a:gd name="T6" fmla="*/ 0 w 257"/>
                <a:gd name="T7" fmla="*/ 116 h 514"/>
                <a:gd name="T8" fmla="*/ 2 w 257"/>
                <a:gd name="T9" fmla="*/ 103 h 514"/>
                <a:gd name="T10" fmla="*/ 5 w 257"/>
                <a:gd name="T11" fmla="*/ 91 h 514"/>
                <a:gd name="T12" fmla="*/ 9 w 257"/>
                <a:gd name="T13" fmla="*/ 79 h 514"/>
                <a:gd name="T14" fmla="*/ 15 w 257"/>
                <a:gd name="T15" fmla="*/ 67 h 514"/>
                <a:gd name="T16" fmla="*/ 21 w 257"/>
                <a:gd name="T17" fmla="*/ 56 h 514"/>
                <a:gd name="T18" fmla="*/ 29 w 257"/>
                <a:gd name="T19" fmla="*/ 47 h 514"/>
                <a:gd name="T20" fmla="*/ 36 w 257"/>
                <a:gd name="T21" fmla="*/ 37 h 514"/>
                <a:gd name="T22" fmla="*/ 46 w 257"/>
                <a:gd name="T23" fmla="*/ 29 h 514"/>
                <a:gd name="T24" fmla="*/ 56 w 257"/>
                <a:gd name="T25" fmla="*/ 22 h 514"/>
                <a:gd name="T26" fmla="*/ 66 w 257"/>
                <a:gd name="T27" fmla="*/ 16 h 514"/>
                <a:gd name="T28" fmla="*/ 78 w 257"/>
                <a:gd name="T29" fmla="*/ 10 h 514"/>
                <a:gd name="T30" fmla="*/ 90 w 257"/>
                <a:gd name="T31" fmla="*/ 6 h 514"/>
                <a:gd name="T32" fmla="*/ 102 w 257"/>
                <a:gd name="T33" fmla="*/ 3 h 514"/>
                <a:gd name="T34" fmla="*/ 115 w 257"/>
                <a:gd name="T35" fmla="*/ 0 h 514"/>
                <a:gd name="T36" fmla="*/ 128 w 257"/>
                <a:gd name="T37" fmla="*/ 0 h 514"/>
                <a:gd name="T38" fmla="*/ 257 w 257"/>
                <a:gd name="T39" fmla="*/ 0 h 514"/>
                <a:gd name="T40" fmla="*/ 257 w 257"/>
                <a:gd name="T41" fmla="*/ 514 h 514"/>
                <a:gd name="T42" fmla="*/ 128 w 257"/>
                <a:gd name="T43" fmla="*/ 514 h 514"/>
                <a:gd name="T44" fmla="*/ 128 w 257"/>
                <a:gd name="T45" fmla="*/ 514 h 514"/>
                <a:gd name="T46" fmla="*/ 115 w 257"/>
                <a:gd name="T47" fmla="*/ 513 h 514"/>
                <a:gd name="T48" fmla="*/ 102 w 257"/>
                <a:gd name="T49" fmla="*/ 510 h 514"/>
                <a:gd name="T50" fmla="*/ 90 w 257"/>
                <a:gd name="T51" fmla="*/ 508 h 514"/>
                <a:gd name="T52" fmla="*/ 78 w 257"/>
                <a:gd name="T53" fmla="*/ 503 h 514"/>
                <a:gd name="T54" fmla="*/ 66 w 257"/>
                <a:gd name="T55" fmla="*/ 498 h 514"/>
                <a:gd name="T56" fmla="*/ 56 w 257"/>
                <a:gd name="T57" fmla="*/ 491 h 514"/>
                <a:gd name="T58" fmla="*/ 46 w 257"/>
                <a:gd name="T59" fmla="*/ 484 h 514"/>
                <a:gd name="T60" fmla="*/ 36 w 257"/>
                <a:gd name="T61" fmla="*/ 476 h 514"/>
                <a:gd name="T62" fmla="*/ 29 w 257"/>
                <a:gd name="T63" fmla="*/ 466 h 514"/>
                <a:gd name="T64" fmla="*/ 21 w 257"/>
                <a:gd name="T65" fmla="*/ 457 h 514"/>
                <a:gd name="T66" fmla="*/ 15 w 257"/>
                <a:gd name="T67" fmla="*/ 446 h 514"/>
                <a:gd name="T68" fmla="*/ 9 w 257"/>
                <a:gd name="T69" fmla="*/ 435 h 514"/>
                <a:gd name="T70" fmla="*/ 5 w 257"/>
                <a:gd name="T71" fmla="*/ 423 h 514"/>
                <a:gd name="T72" fmla="*/ 2 w 257"/>
                <a:gd name="T73" fmla="*/ 410 h 514"/>
                <a:gd name="T74" fmla="*/ 0 w 257"/>
                <a:gd name="T75" fmla="*/ 398 h 514"/>
                <a:gd name="T76" fmla="*/ 0 w 257"/>
                <a:gd name="T77" fmla="*/ 385 h 5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57" h="514">
                  <a:moveTo>
                    <a:pt x="0" y="385"/>
                  </a:moveTo>
                  <a:lnTo>
                    <a:pt x="0" y="129"/>
                  </a:lnTo>
                  <a:lnTo>
                    <a:pt x="0" y="129"/>
                  </a:lnTo>
                  <a:lnTo>
                    <a:pt x="0" y="116"/>
                  </a:lnTo>
                  <a:lnTo>
                    <a:pt x="2" y="103"/>
                  </a:lnTo>
                  <a:lnTo>
                    <a:pt x="5" y="91"/>
                  </a:lnTo>
                  <a:lnTo>
                    <a:pt x="9" y="79"/>
                  </a:lnTo>
                  <a:lnTo>
                    <a:pt x="15" y="67"/>
                  </a:lnTo>
                  <a:lnTo>
                    <a:pt x="21" y="56"/>
                  </a:lnTo>
                  <a:lnTo>
                    <a:pt x="29" y="47"/>
                  </a:lnTo>
                  <a:lnTo>
                    <a:pt x="36" y="37"/>
                  </a:lnTo>
                  <a:lnTo>
                    <a:pt x="46" y="29"/>
                  </a:lnTo>
                  <a:lnTo>
                    <a:pt x="56" y="22"/>
                  </a:lnTo>
                  <a:lnTo>
                    <a:pt x="66" y="16"/>
                  </a:lnTo>
                  <a:lnTo>
                    <a:pt x="78" y="10"/>
                  </a:lnTo>
                  <a:lnTo>
                    <a:pt x="90" y="6"/>
                  </a:lnTo>
                  <a:lnTo>
                    <a:pt x="102" y="3"/>
                  </a:lnTo>
                  <a:lnTo>
                    <a:pt x="115" y="0"/>
                  </a:lnTo>
                  <a:lnTo>
                    <a:pt x="128" y="0"/>
                  </a:lnTo>
                  <a:lnTo>
                    <a:pt x="257" y="0"/>
                  </a:lnTo>
                  <a:lnTo>
                    <a:pt x="257" y="514"/>
                  </a:lnTo>
                  <a:lnTo>
                    <a:pt x="128" y="514"/>
                  </a:lnTo>
                  <a:lnTo>
                    <a:pt x="128" y="514"/>
                  </a:lnTo>
                  <a:lnTo>
                    <a:pt x="115" y="513"/>
                  </a:lnTo>
                  <a:lnTo>
                    <a:pt x="102" y="510"/>
                  </a:lnTo>
                  <a:lnTo>
                    <a:pt x="90" y="508"/>
                  </a:lnTo>
                  <a:lnTo>
                    <a:pt x="78" y="503"/>
                  </a:lnTo>
                  <a:lnTo>
                    <a:pt x="66" y="498"/>
                  </a:lnTo>
                  <a:lnTo>
                    <a:pt x="56" y="491"/>
                  </a:lnTo>
                  <a:lnTo>
                    <a:pt x="46" y="484"/>
                  </a:lnTo>
                  <a:lnTo>
                    <a:pt x="36" y="476"/>
                  </a:lnTo>
                  <a:lnTo>
                    <a:pt x="29" y="466"/>
                  </a:lnTo>
                  <a:lnTo>
                    <a:pt x="21" y="457"/>
                  </a:lnTo>
                  <a:lnTo>
                    <a:pt x="15" y="446"/>
                  </a:lnTo>
                  <a:lnTo>
                    <a:pt x="9" y="435"/>
                  </a:lnTo>
                  <a:lnTo>
                    <a:pt x="5" y="423"/>
                  </a:lnTo>
                  <a:lnTo>
                    <a:pt x="2" y="410"/>
                  </a:lnTo>
                  <a:lnTo>
                    <a:pt x="0" y="398"/>
                  </a:lnTo>
                  <a:lnTo>
                    <a:pt x="0" y="385"/>
                  </a:lnTo>
                  <a:close/>
                </a:path>
              </a:pathLst>
            </a:custGeom>
            <a:solidFill>
              <a:srgbClr val="3CC0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0777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5389" algn="l" defTabSz="910777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0777" algn="l" defTabSz="910777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66167" algn="l" defTabSz="910777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1553" algn="l" defTabSz="910777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76941" algn="l" defTabSz="910777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32330" algn="l" defTabSz="910777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187720" algn="l" defTabSz="910777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43107" algn="l" defTabSz="910777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683083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GB" sz="1425" dirty="0">
                <a:solidFill>
                  <a:srgbClr val="555554"/>
                </a:solidFill>
                <a:latin typeface="Arial"/>
              </a:endParaRPr>
            </a:p>
          </p:txBody>
        </p:sp>
        <p:sp>
          <p:nvSpPr>
            <p:cNvPr id="15" name="Freeform 91">
              <a:extLst>
                <a:ext uri="{FF2B5EF4-FFF2-40B4-BE49-F238E27FC236}">
                  <a16:creationId xmlns:a16="http://schemas.microsoft.com/office/drawing/2014/main" id="{AC2A37E0-824F-C83E-D785-1FCBD7D9152F}"/>
                </a:ext>
              </a:extLst>
            </p:cNvPr>
            <p:cNvSpPr>
              <a:spLocks/>
            </p:cNvSpPr>
            <p:nvPr/>
          </p:nvSpPr>
          <p:spPr bwMode="auto">
            <a:xfrm>
              <a:off x="668473" y="3402603"/>
              <a:ext cx="752452" cy="1504622"/>
            </a:xfrm>
            <a:custGeom>
              <a:avLst/>
              <a:gdLst>
                <a:gd name="T0" fmla="*/ 0 w 257"/>
                <a:gd name="T1" fmla="*/ 385 h 514"/>
                <a:gd name="T2" fmla="*/ 0 w 257"/>
                <a:gd name="T3" fmla="*/ 129 h 514"/>
                <a:gd name="T4" fmla="*/ 0 w 257"/>
                <a:gd name="T5" fmla="*/ 129 h 514"/>
                <a:gd name="T6" fmla="*/ 0 w 257"/>
                <a:gd name="T7" fmla="*/ 116 h 514"/>
                <a:gd name="T8" fmla="*/ 2 w 257"/>
                <a:gd name="T9" fmla="*/ 103 h 514"/>
                <a:gd name="T10" fmla="*/ 5 w 257"/>
                <a:gd name="T11" fmla="*/ 91 h 514"/>
                <a:gd name="T12" fmla="*/ 9 w 257"/>
                <a:gd name="T13" fmla="*/ 79 h 514"/>
                <a:gd name="T14" fmla="*/ 15 w 257"/>
                <a:gd name="T15" fmla="*/ 67 h 514"/>
                <a:gd name="T16" fmla="*/ 21 w 257"/>
                <a:gd name="T17" fmla="*/ 56 h 514"/>
                <a:gd name="T18" fmla="*/ 29 w 257"/>
                <a:gd name="T19" fmla="*/ 47 h 514"/>
                <a:gd name="T20" fmla="*/ 36 w 257"/>
                <a:gd name="T21" fmla="*/ 37 h 514"/>
                <a:gd name="T22" fmla="*/ 46 w 257"/>
                <a:gd name="T23" fmla="*/ 29 h 514"/>
                <a:gd name="T24" fmla="*/ 56 w 257"/>
                <a:gd name="T25" fmla="*/ 22 h 514"/>
                <a:gd name="T26" fmla="*/ 66 w 257"/>
                <a:gd name="T27" fmla="*/ 16 h 514"/>
                <a:gd name="T28" fmla="*/ 78 w 257"/>
                <a:gd name="T29" fmla="*/ 10 h 514"/>
                <a:gd name="T30" fmla="*/ 90 w 257"/>
                <a:gd name="T31" fmla="*/ 6 h 514"/>
                <a:gd name="T32" fmla="*/ 102 w 257"/>
                <a:gd name="T33" fmla="*/ 3 h 514"/>
                <a:gd name="T34" fmla="*/ 115 w 257"/>
                <a:gd name="T35" fmla="*/ 0 h 514"/>
                <a:gd name="T36" fmla="*/ 128 w 257"/>
                <a:gd name="T37" fmla="*/ 0 h 514"/>
                <a:gd name="T38" fmla="*/ 257 w 257"/>
                <a:gd name="T39" fmla="*/ 0 h 514"/>
                <a:gd name="T40" fmla="*/ 257 w 257"/>
                <a:gd name="T41" fmla="*/ 514 h 514"/>
                <a:gd name="T42" fmla="*/ 128 w 257"/>
                <a:gd name="T43" fmla="*/ 514 h 514"/>
                <a:gd name="T44" fmla="*/ 128 w 257"/>
                <a:gd name="T45" fmla="*/ 514 h 514"/>
                <a:gd name="T46" fmla="*/ 115 w 257"/>
                <a:gd name="T47" fmla="*/ 513 h 514"/>
                <a:gd name="T48" fmla="*/ 102 w 257"/>
                <a:gd name="T49" fmla="*/ 510 h 514"/>
                <a:gd name="T50" fmla="*/ 90 w 257"/>
                <a:gd name="T51" fmla="*/ 508 h 514"/>
                <a:gd name="T52" fmla="*/ 78 w 257"/>
                <a:gd name="T53" fmla="*/ 503 h 514"/>
                <a:gd name="T54" fmla="*/ 66 w 257"/>
                <a:gd name="T55" fmla="*/ 498 h 514"/>
                <a:gd name="T56" fmla="*/ 56 w 257"/>
                <a:gd name="T57" fmla="*/ 491 h 514"/>
                <a:gd name="T58" fmla="*/ 46 w 257"/>
                <a:gd name="T59" fmla="*/ 484 h 514"/>
                <a:gd name="T60" fmla="*/ 36 w 257"/>
                <a:gd name="T61" fmla="*/ 476 h 514"/>
                <a:gd name="T62" fmla="*/ 29 w 257"/>
                <a:gd name="T63" fmla="*/ 466 h 514"/>
                <a:gd name="T64" fmla="*/ 21 w 257"/>
                <a:gd name="T65" fmla="*/ 457 h 514"/>
                <a:gd name="T66" fmla="*/ 15 w 257"/>
                <a:gd name="T67" fmla="*/ 446 h 514"/>
                <a:gd name="T68" fmla="*/ 9 w 257"/>
                <a:gd name="T69" fmla="*/ 435 h 514"/>
                <a:gd name="T70" fmla="*/ 5 w 257"/>
                <a:gd name="T71" fmla="*/ 423 h 514"/>
                <a:gd name="T72" fmla="*/ 2 w 257"/>
                <a:gd name="T73" fmla="*/ 410 h 514"/>
                <a:gd name="T74" fmla="*/ 0 w 257"/>
                <a:gd name="T75" fmla="*/ 398 h 514"/>
                <a:gd name="T76" fmla="*/ 0 w 257"/>
                <a:gd name="T77" fmla="*/ 385 h 5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57" h="514">
                  <a:moveTo>
                    <a:pt x="0" y="385"/>
                  </a:moveTo>
                  <a:lnTo>
                    <a:pt x="0" y="129"/>
                  </a:lnTo>
                  <a:lnTo>
                    <a:pt x="0" y="129"/>
                  </a:lnTo>
                  <a:lnTo>
                    <a:pt x="0" y="116"/>
                  </a:lnTo>
                  <a:lnTo>
                    <a:pt x="2" y="103"/>
                  </a:lnTo>
                  <a:lnTo>
                    <a:pt x="5" y="91"/>
                  </a:lnTo>
                  <a:lnTo>
                    <a:pt x="9" y="79"/>
                  </a:lnTo>
                  <a:lnTo>
                    <a:pt x="15" y="67"/>
                  </a:lnTo>
                  <a:lnTo>
                    <a:pt x="21" y="56"/>
                  </a:lnTo>
                  <a:lnTo>
                    <a:pt x="29" y="47"/>
                  </a:lnTo>
                  <a:lnTo>
                    <a:pt x="36" y="37"/>
                  </a:lnTo>
                  <a:lnTo>
                    <a:pt x="46" y="29"/>
                  </a:lnTo>
                  <a:lnTo>
                    <a:pt x="56" y="22"/>
                  </a:lnTo>
                  <a:lnTo>
                    <a:pt x="66" y="16"/>
                  </a:lnTo>
                  <a:lnTo>
                    <a:pt x="78" y="10"/>
                  </a:lnTo>
                  <a:lnTo>
                    <a:pt x="90" y="6"/>
                  </a:lnTo>
                  <a:lnTo>
                    <a:pt x="102" y="3"/>
                  </a:lnTo>
                  <a:lnTo>
                    <a:pt x="115" y="0"/>
                  </a:lnTo>
                  <a:lnTo>
                    <a:pt x="128" y="0"/>
                  </a:lnTo>
                  <a:lnTo>
                    <a:pt x="257" y="0"/>
                  </a:lnTo>
                  <a:lnTo>
                    <a:pt x="257" y="514"/>
                  </a:lnTo>
                  <a:lnTo>
                    <a:pt x="128" y="514"/>
                  </a:lnTo>
                  <a:lnTo>
                    <a:pt x="128" y="514"/>
                  </a:lnTo>
                  <a:lnTo>
                    <a:pt x="115" y="513"/>
                  </a:lnTo>
                  <a:lnTo>
                    <a:pt x="102" y="510"/>
                  </a:lnTo>
                  <a:lnTo>
                    <a:pt x="90" y="508"/>
                  </a:lnTo>
                  <a:lnTo>
                    <a:pt x="78" y="503"/>
                  </a:lnTo>
                  <a:lnTo>
                    <a:pt x="66" y="498"/>
                  </a:lnTo>
                  <a:lnTo>
                    <a:pt x="56" y="491"/>
                  </a:lnTo>
                  <a:lnTo>
                    <a:pt x="46" y="484"/>
                  </a:lnTo>
                  <a:lnTo>
                    <a:pt x="36" y="476"/>
                  </a:lnTo>
                  <a:lnTo>
                    <a:pt x="29" y="466"/>
                  </a:lnTo>
                  <a:lnTo>
                    <a:pt x="21" y="457"/>
                  </a:lnTo>
                  <a:lnTo>
                    <a:pt x="15" y="446"/>
                  </a:lnTo>
                  <a:lnTo>
                    <a:pt x="9" y="435"/>
                  </a:lnTo>
                  <a:lnTo>
                    <a:pt x="5" y="423"/>
                  </a:lnTo>
                  <a:lnTo>
                    <a:pt x="2" y="410"/>
                  </a:lnTo>
                  <a:lnTo>
                    <a:pt x="0" y="398"/>
                  </a:lnTo>
                  <a:lnTo>
                    <a:pt x="0" y="385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0777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5389" algn="l" defTabSz="910777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0777" algn="l" defTabSz="910777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66167" algn="l" defTabSz="910777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1553" algn="l" defTabSz="910777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76941" algn="l" defTabSz="910777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32330" algn="l" defTabSz="910777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187720" algn="l" defTabSz="910777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43107" algn="l" defTabSz="910777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683083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GB" sz="1425" dirty="0">
                <a:solidFill>
                  <a:srgbClr val="555554"/>
                </a:solidFill>
                <a:latin typeface="Arial"/>
              </a:endParaRPr>
            </a:p>
          </p:txBody>
        </p:sp>
        <p:sp>
          <p:nvSpPr>
            <p:cNvPr id="16" name="Freeform 92">
              <a:extLst>
                <a:ext uri="{FF2B5EF4-FFF2-40B4-BE49-F238E27FC236}">
                  <a16:creationId xmlns:a16="http://schemas.microsoft.com/office/drawing/2014/main" id="{A000DE20-8329-164C-5A7E-F766333AD0E3}"/>
                </a:ext>
              </a:extLst>
            </p:cNvPr>
            <p:cNvSpPr>
              <a:spLocks/>
            </p:cNvSpPr>
            <p:nvPr/>
          </p:nvSpPr>
          <p:spPr bwMode="auto">
            <a:xfrm>
              <a:off x="1455734" y="3553364"/>
              <a:ext cx="1184085" cy="4280379"/>
            </a:xfrm>
            <a:custGeom>
              <a:avLst/>
              <a:gdLst>
                <a:gd name="T0" fmla="*/ 256 w 256"/>
                <a:gd name="T1" fmla="*/ 385 h 514"/>
                <a:gd name="T2" fmla="*/ 256 w 256"/>
                <a:gd name="T3" fmla="*/ 128 h 514"/>
                <a:gd name="T4" fmla="*/ 256 w 256"/>
                <a:gd name="T5" fmla="*/ 128 h 514"/>
                <a:gd name="T6" fmla="*/ 255 w 256"/>
                <a:gd name="T7" fmla="*/ 115 h 514"/>
                <a:gd name="T8" fmla="*/ 253 w 256"/>
                <a:gd name="T9" fmla="*/ 103 h 514"/>
                <a:gd name="T10" fmla="*/ 250 w 256"/>
                <a:gd name="T11" fmla="*/ 90 h 514"/>
                <a:gd name="T12" fmla="*/ 246 w 256"/>
                <a:gd name="T13" fmla="*/ 78 h 514"/>
                <a:gd name="T14" fmla="*/ 241 w 256"/>
                <a:gd name="T15" fmla="*/ 67 h 514"/>
                <a:gd name="T16" fmla="*/ 234 w 256"/>
                <a:gd name="T17" fmla="*/ 56 h 514"/>
                <a:gd name="T18" fmla="*/ 227 w 256"/>
                <a:gd name="T19" fmla="*/ 47 h 514"/>
                <a:gd name="T20" fmla="*/ 218 w 256"/>
                <a:gd name="T21" fmla="*/ 37 h 514"/>
                <a:gd name="T22" fmla="*/ 210 w 256"/>
                <a:gd name="T23" fmla="*/ 29 h 514"/>
                <a:gd name="T24" fmla="*/ 199 w 256"/>
                <a:gd name="T25" fmla="*/ 22 h 514"/>
                <a:gd name="T26" fmla="*/ 188 w 256"/>
                <a:gd name="T27" fmla="*/ 16 h 514"/>
                <a:gd name="T28" fmla="*/ 178 w 256"/>
                <a:gd name="T29" fmla="*/ 10 h 514"/>
                <a:gd name="T30" fmla="*/ 166 w 256"/>
                <a:gd name="T31" fmla="*/ 6 h 514"/>
                <a:gd name="T32" fmla="*/ 154 w 256"/>
                <a:gd name="T33" fmla="*/ 3 h 514"/>
                <a:gd name="T34" fmla="*/ 141 w 256"/>
                <a:gd name="T35" fmla="*/ 0 h 514"/>
                <a:gd name="T36" fmla="*/ 128 w 256"/>
                <a:gd name="T37" fmla="*/ 0 h 514"/>
                <a:gd name="T38" fmla="*/ 0 w 256"/>
                <a:gd name="T39" fmla="*/ 0 h 514"/>
                <a:gd name="T40" fmla="*/ 0 w 256"/>
                <a:gd name="T41" fmla="*/ 514 h 514"/>
                <a:gd name="T42" fmla="*/ 128 w 256"/>
                <a:gd name="T43" fmla="*/ 514 h 514"/>
                <a:gd name="T44" fmla="*/ 128 w 256"/>
                <a:gd name="T45" fmla="*/ 514 h 514"/>
                <a:gd name="T46" fmla="*/ 141 w 256"/>
                <a:gd name="T47" fmla="*/ 513 h 514"/>
                <a:gd name="T48" fmla="*/ 154 w 256"/>
                <a:gd name="T49" fmla="*/ 510 h 514"/>
                <a:gd name="T50" fmla="*/ 166 w 256"/>
                <a:gd name="T51" fmla="*/ 508 h 514"/>
                <a:gd name="T52" fmla="*/ 178 w 256"/>
                <a:gd name="T53" fmla="*/ 503 h 514"/>
                <a:gd name="T54" fmla="*/ 188 w 256"/>
                <a:gd name="T55" fmla="*/ 498 h 514"/>
                <a:gd name="T56" fmla="*/ 199 w 256"/>
                <a:gd name="T57" fmla="*/ 491 h 514"/>
                <a:gd name="T58" fmla="*/ 210 w 256"/>
                <a:gd name="T59" fmla="*/ 484 h 514"/>
                <a:gd name="T60" fmla="*/ 218 w 256"/>
                <a:gd name="T61" fmla="*/ 476 h 514"/>
                <a:gd name="T62" fmla="*/ 227 w 256"/>
                <a:gd name="T63" fmla="*/ 466 h 514"/>
                <a:gd name="T64" fmla="*/ 234 w 256"/>
                <a:gd name="T65" fmla="*/ 457 h 514"/>
                <a:gd name="T66" fmla="*/ 241 w 256"/>
                <a:gd name="T67" fmla="*/ 446 h 514"/>
                <a:gd name="T68" fmla="*/ 246 w 256"/>
                <a:gd name="T69" fmla="*/ 435 h 514"/>
                <a:gd name="T70" fmla="*/ 250 w 256"/>
                <a:gd name="T71" fmla="*/ 423 h 514"/>
                <a:gd name="T72" fmla="*/ 253 w 256"/>
                <a:gd name="T73" fmla="*/ 411 h 514"/>
                <a:gd name="T74" fmla="*/ 255 w 256"/>
                <a:gd name="T75" fmla="*/ 398 h 514"/>
                <a:gd name="T76" fmla="*/ 256 w 256"/>
                <a:gd name="T77" fmla="*/ 385 h 5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56" h="514">
                  <a:moveTo>
                    <a:pt x="256" y="385"/>
                  </a:moveTo>
                  <a:lnTo>
                    <a:pt x="256" y="128"/>
                  </a:lnTo>
                  <a:lnTo>
                    <a:pt x="256" y="128"/>
                  </a:lnTo>
                  <a:lnTo>
                    <a:pt x="255" y="115"/>
                  </a:lnTo>
                  <a:lnTo>
                    <a:pt x="253" y="103"/>
                  </a:lnTo>
                  <a:lnTo>
                    <a:pt x="250" y="90"/>
                  </a:lnTo>
                  <a:lnTo>
                    <a:pt x="246" y="78"/>
                  </a:lnTo>
                  <a:lnTo>
                    <a:pt x="241" y="67"/>
                  </a:lnTo>
                  <a:lnTo>
                    <a:pt x="234" y="56"/>
                  </a:lnTo>
                  <a:lnTo>
                    <a:pt x="227" y="47"/>
                  </a:lnTo>
                  <a:lnTo>
                    <a:pt x="218" y="37"/>
                  </a:lnTo>
                  <a:lnTo>
                    <a:pt x="210" y="29"/>
                  </a:lnTo>
                  <a:lnTo>
                    <a:pt x="199" y="22"/>
                  </a:lnTo>
                  <a:lnTo>
                    <a:pt x="188" y="16"/>
                  </a:lnTo>
                  <a:lnTo>
                    <a:pt x="178" y="10"/>
                  </a:lnTo>
                  <a:lnTo>
                    <a:pt x="166" y="6"/>
                  </a:lnTo>
                  <a:lnTo>
                    <a:pt x="154" y="3"/>
                  </a:lnTo>
                  <a:lnTo>
                    <a:pt x="141" y="0"/>
                  </a:lnTo>
                  <a:lnTo>
                    <a:pt x="128" y="0"/>
                  </a:lnTo>
                  <a:lnTo>
                    <a:pt x="0" y="0"/>
                  </a:lnTo>
                  <a:lnTo>
                    <a:pt x="0" y="514"/>
                  </a:lnTo>
                  <a:lnTo>
                    <a:pt x="128" y="514"/>
                  </a:lnTo>
                  <a:lnTo>
                    <a:pt x="128" y="514"/>
                  </a:lnTo>
                  <a:lnTo>
                    <a:pt x="141" y="513"/>
                  </a:lnTo>
                  <a:lnTo>
                    <a:pt x="154" y="510"/>
                  </a:lnTo>
                  <a:lnTo>
                    <a:pt x="166" y="508"/>
                  </a:lnTo>
                  <a:lnTo>
                    <a:pt x="178" y="503"/>
                  </a:lnTo>
                  <a:lnTo>
                    <a:pt x="188" y="498"/>
                  </a:lnTo>
                  <a:lnTo>
                    <a:pt x="199" y="491"/>
                  </a:lnTo>
                  <a:lnTo>
                    <a:pt x="210" y="484"/>
                  </a:lnTo>
                  <a:lnTo>
                    <a:pt x="218" y="476"/>
                  </a:lnTo>
                  <a:lnTo>
                    <a:pt x="227" y="466"/>
                  </a:lnTo>
                  <a:lnTo>
                    <a:pt x="234" y="457"/>
                  </a:lnTo>
                  <a:lnTo>
                    <a:pt x="241" y="446"/>
                  </a:lnTo>
                  <a:lnTo>
                    <a:pt x="246" y="435"/>
                  </a:lnTo>
                  <a:lnTo>
                    <a:pt x="250" y="423"/>
                  </a:lnTo>
                  <a:lnTo>
                    <a:pt x="253" y="411"/>
                  </a:lnTo>
                  <a:lnTo>
                    <a:pt x="255" y="398"/>
                  </a:lnTo>
                  <a:lnTo>
                    <a:pt x="256" y="385"/>
                  </a:lnTo>
                  <a:close/>
                </a:path>
              </a:pathLst>
            </a:custGeom>
            <a:solidFill>
              <a:srgbClr val="2C8C1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0777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5389" algn="l" defTabSz="910777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0777" algn="l" defTabSz="910777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66167" algn="l" defTabSz="910777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1553" algn="l" defTabSz="910777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76941" algn="l" defTabSz="910777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32330" algn="l" defTabSz="910777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187720" algn="l" defTabSz="910777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43107" algn="l" defTabSz="910777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683083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GB" sz="1425" dirty="0">
                <a:solidFill>
                  <a:srgbClr val="555554"/>
                </a:solidFill>
                <a:latin typeface="Arial"/>
              </a:endParaRPr>
            </a:p>
          </p:txBody>
        </p:sp>
        <p:sp>
          <p:nvSpPr>
            <p:cNvPr id="17" name="Freeform 93">
              <a:extLst>
                <a:ext uri="{FF2B5EF4-FFF2-40B4-BE49-F238E27FC236}">
                  <a16:creationId xmlns:a16="http://schemas.microsoft.com/office/drawing/2014/main" id="{C3F37D72-754E-0E51-7AAB-891A97C1157D}"/>
                </a:ext>
              </a:extLst>
            </p:cNvPr>
            <p:cNvSpPr>
              <a:spLocks/>
            </p:cNvSpPr>
            <p:nvPr/>
          </p:nvSpPr>
          <p:spPr bwMode="auto">
            <a:xfrm>
              <a:off x="1420925" y="3402603"/>
              <a:ext cx="749523" cy="1504622"/>
            </a:xfrm>
            <a:custGeom>
              <a:avLst/>
              <a:gdLst>
                <a:gd name="T0" fmla="*/ 256 w 256"/>
                <a:gd name="T1" fmla="*/ 385 h 514"/>
                <a:gd name="T2" fmla="*/ 256 w 256"/>
                <a:gd name="T3" fmla="*/ 128 h 514"/>
                <a:gd name="T4" fmla="*/ 256 w 256"/>
                <a:gd name="T5" fmla="*/ 128 h 514"/>
                <a:gd name="T6" fmla="*/ 255 w 256"/>
                <a:gd name="T7" fmla="*/ 115 h 514"/>
                <a:gd name="T8" fmla="*/ 253 w 256"/>
                <a:gd name="T9" fmla="*/ 103 h 514"/>
                <a:gd name="T10" fmla="*/ 250 w 256"/>
                <a:gd name="T11" fmla="*/ 90 h 514"/>
                <a:gd name="T12" fmla="*/ 246 w 256"/>
                <a:gd name="T13" fmla="*/ 78 h 514"/>
                <a:gd name="T14" fmla="*/ 241 w 256"/>
                <a:gd name="T15" fmla="*/ 67 h 514"/>
                <a:gd name="T16" fmla="*/ 234 w 256"/>
                <a:gd name="T17" fmla="*/ 56 h 514"/>
                <a:gd name="T18" fmla="*/ 227 w 256"/>
                <a:gd name="T19" fmla="*/ 47 h 514"/>
                <a:gd name="T20" fmla="*/ 218 w 256"/>
                <a:gd name="T21" fmla="*/ 37 h 514"/>
                <a:gd name="T22" fmla="*/ 210 w 256"/>
                <a:gd name="T23" fmla="*/ 29 h 514"/>
                <a:gd name="T24" fmla="*/ 199 w 256"/>
                <a:gd name="T25" fmla="*/ 22 h 514"/>
                <a:gd name="T26" fmla="*/ 188 w 256"/>
                <a:gd name="T27" fmla="*/ 16 h 514"/>
                <a:gd name="T28" fmla="*/ 178 w 256"/>
                <a:gd name="T29" fmla="*/ 10 h 514"/>
                <a:gd name="T30" fmla="*/ 166 w 256"/>
                <a:gd name="T31" fmla="*/ 6 h 514"/>
                <a:gd name="T32" fmla="*/ 154 w 256"/>
                <a:gd name="T33" fmla="*/ 3 h 514"/>
                <a:gd name="T34" fmla="*/ 141 w 256"/>
                <a:gd name="T35" fmla="*/ 0 h 514"/>
                <a:gd name="T36" fmla="*/ 128 w 256"/>
                <a:gd name="T37" fmla="*/ 0 h 514"/>
                <a:gd name="T38" fmla="*/ 0 w 256"/>
                <a:gd name="T39" fmla="*/ 0 h 514"/>
                <a:gd name="T40" fmla="*/ 0 w 256"/>
                <a:gd name="T41" fmla="*/ 514 h 514"/>
                <a:gd name="T42" fmla="*/ 128 w 256"/>
                <a:gd name="T43" fmla="*/ 514 h 514"/>
                <a:gd name="T44" fmla="*/ 128 w 256"/>
                <a:gd name="T45" fmla="*/ 514 h 514"/>
                <a:gd name="T46" fmla="*/ 141 w 256"/>
                <a:gd name="T47" fmla="*/ 513 h 514"/>
                <a:gd name="T48" fmla="*/ 154 w 256"/>
                <a:gd name="T49" fmla="*/ 510 h 514"/>
                <a:gd name="T50" fmla="*/ 166 w 256"/>
                <a:gd name="T51" fmla="*/ 508 h 514"/>
                <a:gd name="T52" fmla="*/ 178 w 256"/>
                <a:gd name="T53" fmla="*/ 503 h 514"/>
                <a:gd name="T54" fmla="*/ 188 w 256"/>
                <a:gd name="T55" fmla="*/ 498 h 514"/>
                <a:gd name="T56" fmla="*/ 199 w 256"/>
                <a:gd name="T57" fmla="*/ 491 h 514"/>
                <a:gd name="T58" fmla="*/ 210 w 256"/>
                <a:gd name="T59" fmla="*/ 484 h 514"/>
                <a:gd name="T60" fmla="*/ 218 w 256"/>
                <a:gd name="T61" fmla="*/ 476 h 514"/>
                <a:gd name="T62" fmla="*/ 227 w 256"/>
                <a:gd name="T63" fmla="*/ 466 h 514"/>
                <a:gd name="T64" fmla="*/ 234 w 256"/>
                <a:gd name="T65" fmla="*/ 457 h 514"/>
                <a:gd name="T66" fmla="*/ 241 w 256"/>
                <a:gd name="T67" fmla="*/ 446 h 514"/>
                <a:gd name="T68" fmla="*/ 246 w 256"/>
                <a:gd name="T69" fmla="*/ 435 h 514"/>
                <a:gd name="T70" fmla="*/ 250 w 256"/>
                <a:gd name="T71" fmla="*/ 423 h 514"/>
                <a:gd name="T72" fmla="*/ 253 w 256"/>
                <a:gd name="T73" fmla="*/ 411 h 514"/>
                <a:gd name="T74" fmla="*/ 255 w 256"/>
                <a:gd name="T75" fmla="*/ 398 h 514"/>
                <a:gd name="T76" fmla="*/ 256 w 256"/>
                <a:gd name="T77" fmla="*/ 385 h 5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56" h="514">
                  <a:moveTo>
                    <a:pt x="256" y="385"/>
                  </a:moveTo>
                  <a:lnTo>
                    <a:pt x="256" y="128"/>
                  </a:lnTo>
                  <a:lnTo>
                    <a:pt x="256" y="128"/>
                  </a:lnTo>
                  <a:lnTo>
                    <a:pt x="255" y="115"/>
                  </a:lnTo>
                  <a:lnTo>
                    <a:pt x="253" y="103"/>
                  </a:lnTo>
                  <a:lnTo>
                    <a:pt x="250" y="90"/>
                  </a:lnTo>
                  <a:lnTo>
                    <a:pt x="246" y="78"/>
                  </a:lnTo>
                  <a:lnTo>
                    <a:pt x="241" y="67"/>
                  </a:lnTo>
                  <a:lnTo>
                    <a:pt x="234" y="56"/>
                  </a:lnTo>
                  <a:lnTo>
                    <a:pt x="227" y="47"/>
                  </a:lnTo>
                  <a:lnTo>
                    <a:pt x="218" y="37"/>
                  </a:lnTo>
                  <a:lnTo>
                    <a:pt x="210" y="29"/>
                  </a:lnTo>
                  <a:lnTo>
                    <a:pt x="199" y="22"/>
                  </a:lnTo>
                  <a:lnTo>
                    <a:pt x="188" y="16"/>
                  </a:lnTo>
                  <a:lnTo>
                    <a:pt x="178" y="10"/>
                  </a:lnTo>
                  <a:lnTo>
                    <a:pt x="166" y="6"/>
                  </a:lnTo>
                  <a:lnTo>
                    <a:pt x="154" y="3"/>
                  </a:lnTo>
                  <a:lnTo>
                    <a:pt x="141" y="0"/>
                  </a:lnTo>
                  <a:lnTo>
                    <a:pt x="128" y="0"/>
                  </a:lnTo>
                  <a:lnTo>
                    <a:pt x="0" y="0"/>
                  </a:lnTo>
                  <a:lnTo>
                    <a:pt x="0" y="514"/>
                  </a:lnTo>
                  <a:lnTo>
                    <a:pt x="128" y="514"/>
                  </a:lnTo>
                  <a:lnTo>
                    <a:pt x="128" y="514"/>
                  </a:lnTo>
                  <a:lnTo>
                    <a:pt x="141" y="513"/>
                  </a:lnTo>
                  <a:lnTo>
                    <a:pt x="154" y="510"/>
                  </a:lnTo>
                  <a:lnTo>
                    <a:pt x="166" y="508"/>
                  </a:lnTo>
                  <a:lnTo>
                    <a:pt x="178" y="503"/>
                  </a:lnTo>
                  <a:lnTo>
                    <a:pt x="188" y="498"/>
                  </a:lnTo>
                  <a:lnTo>
                    <a:pt x="199" y="491"/>
                  </a:lnTo>
                  <a:lnTo>
                    <a:pt x="210" y="484"/>
                  </a:lnTo>
                  <a:lnTo>
                    <a:pt x="218" y="476"/>
                  </a:lnTo>
                  <a:lnTo>
                    <a:pt x="227" y="466"/>
                  </a:lnTo>
                  <a:lnTo>
                    <a:pt x="234" y="457"/>
                  </a:lnTo>
                  <a:lnTo>
                    <a:pt x="241" y="446"/>
                  </a:lnTo>
                  <a:lnTo>
                    <a:pt x="246" y="435"/>
                  </a:lnTo>
                  <a:lnTo>
                    <a:pt x="250" y="423"/>
                  </a:lnTo>
                  <a:lnTo>
                    <a:pt x="253" y="411"/>
                  </a:lnTo>
                  <a:lnTo>
                    <a:pt x="255" y="398"/>
                  </a:lnTo>
                  <a:lnTo>
                    <a:pt x="256" y="385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0777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5389" algn="l" defTabSz="910777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0777" algn="l" defTabSz="910777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66167" algn="l" defTabSz="910777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1553" algn="l" defTabSz="910777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76941" algn="l" defTabSz="910777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32330" algn="l" defTabSz="910777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187720" algn="l" defTabSz="910777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43107" algn="l" defTabSz="910777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683083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GB" sz="1425" dirty="0">
                <a:solidFill>
                  <a:srgbClr val="555554"/>
                </a:solidFill>
                <a:latin typeface="Arial"/>
              </a:endParaRPr>
            </a:p>
          </p:txBody>
        </p:sp>
        <p:sp>
          <p:nvSpPr>
            <p:cNvPr id="18" name="Freeform 94">
              <a:extLst>
                <a:ext uri="{FF2B5EF4-FFF2-40B4-BE49-F238E27FC236}">
                  <a16:creationId xmlns:a16="http://schemas.microsoft.com/office/drawing/2014/main" id="{43B39748-7422-3E9E-A36A-8BA69845563F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161" y="1648022"/>
              <a:ext cx="1446347" cy="1914442"/>
            </a:xfrm>
            <a:custGeom>
              <a:avLst/>
              <a:gdLst>
                <a:gd name="T0" fmla="*/ 450 w 494"/>
                <a:gd name="T1" fmla="*/ 56 h 654"/>
                <a:gd name="T2" fmla="*/ 462 w 494"/>
                <a:gd name="T3" fmla="*/ 73 h 654"/>
                <a:gd name="T4" fmla="*/ 471 w 494"/>
                <a:gd name="T5" fmla="*/ 92 h 654"/>
                <a:gd name="T6" fmla="*/ 485 w 494"/>
                <a:gd name="T7" fmla="*/ 139 h 654"/>
                <a:gd name="T8" fmla="*/ 493 w 494"/>
                <a:gd name="T9" fmla="*/ 195 h 654"/>
                <a:gd name="T10" fmla="*/ 493 w 494"/>
                <a:gd name="T11" fmla="*/ 254 h 654"/>
                <a:gd name="T12" fmla="*/ 489 w 494"/>
                <a:gd name="T13" fmla="*/ 315 h 654"/>
                <a:gd name="T14" fmla="*/ 480 w 494"/>
                <a:gd name="T15" fmla="*/ 371 h 654"/>
                <a:gd name="T16" fmla="*/ 466 w 494"/>
                <a:gd name="T17" fmla="*/ 419 h 654"/>
                <a:gd name="T18" fmla="*/ 450 w 494"/>
                <a:gd name="T19" fmla="*/ 455 h 654"/>
                <a:gd name="T20" fmla="*/ 433 w 494"/>
                <a:gd name="T21" fmla="*/ 482 h 654"/>
                <a:gd name="T22" fmla="*/ 390 w 494"/>
                <a:gd name="T23" fmla="*/ 546 h 654"/>
                <a:gd name="T24" fmla="*/ 364 w 494"/>
                <a:gd name="T25" fmla="*/ 577 h 654"/>
                <a:gd name="T26" fmla="*/ 336 w 494"/>
                <a:gd name="T27" fmla="*/ 606 h 654"/>
                <a:gd name="T28" fmla="*/ 308 w 494"/>
                <a:gd name="T29" fmla="*/ 629 h 654"/>
                <a:gd name="T30" fmla="*/ 279 w 494"/>
                <a:gd name="T31" fmla="*/ 645 h 654"/>
                <a:gd name="T32" fmla="*/ 251 w 494"/>
                <a:gd name="T33" fmla="*/ 654 h 654"/>
                <a:gd name="T34" fmla="*/ 236 w 494"/>
                <a:gd name="T35" fmla="*/ 651 h 654"/>
                <a:gd name="T36" fmla="*/ 207 w 494"/>
                <a:gd name="T37" fmla="*/ 639 h 654"/>
                <a:gd name="T38" fmla="*/ 177 w 494"/>
                <a:gd name="T39" fmla="*/ 620 h 654"/>
                <a:gd name="T40" fmla="*/ 148 w 494"/>
                <a:gd name="T41" fmla="*/ 595 h 654"/>
                <a:gd name="T42" fmla="*/ 122 w 494"/>
                <a:gd name="T43" fmla="*/ 567 h 654"/>
                <a:gd name="T44" fmla="*/ 98 w 494"/>
                <a:gd name="T45" fmla="*/ 534 h 654"/>
                <a:gd name="T46" fmla="*/ 67 w 494"/>
                <a:gd name="T47" fmla="*/ 486 h 654"/>
                <a:gd name="T48" fmla="*/ 52 w 494"/>
                <a:gd name="T49" fmla="*/ 455 h 654"/>
                <a:gd name="T50" fmla="*/ 34 w 494"/>
                <a:gd name="T51" fmla="*/ 408 h 654"/>
                <a:gd name="T52" fmla="*/ 18 w 494"/>
                <a:gd name="T53" fmla="*/ 356 h 654"/>
                <a:gd name="T54" fmla="*/ 7 w 494"/>
                <a:gd name="T55" fmla="*/ 300 h 654"/>
                <a:gd name="T56" fmla="*/ 1 w 494"/>
                <a:gd name="T57" fmla="*/ 242 h 654"/>
                <a:gd name="T58" fmla="*/ 1 w 494"/>
                <a:gd name="T59" fmla="*/ 188 h 654"/>
                <a:gd name="T60" fmla="*/ 10 w 494"/>
                <a:gd name="T61" fmla="*/ 136 h 654"/>
                <a:gd name="T62" fmla="*/ 21 w 494"/>
                <a:gd name="T63" fmla="*/ 102 h 654"/>
                <a:gd name="T64" fmla="*/ 31 w 494"/>
                <a:gd name="T65" fmla="*/ 83 h 654"/>
                <a:gd name="T66" fmla="*/ 44 w 494"/>
                <a:gd name="T67" fmla="*/ 65 h 654"/>
                <a:gd name="T68" fmla="*/ 52 w 494"/>
                <a:gd name="T69" fmla="*/ 56 h 654"/>
                <a:gd name="T70" fmla="*/ 69 w 494"/>
                <a:gd name="T71" fmla="*/ 43 h 654"/>
                <a:gd name="T72" fmla="*/ 91 w 494"/>
                <a:gd name="T73" fmla="*/ 31 h 654"/>
                <a:gd name="T74" fmla="*/ 140 w 494"/>
                <a:gd name="T75" fmla="*/ 14 h 654"/>
                <a:gd name="T76" fmla="*/ 197 w 494"/>
                <a:gd name="T77" fmla="*/ 3 h 654"/>
                <a:gd name="T78" fmla="*/ 257 w 494"/>
                <a:gd name="T79" fmla="*/ 0 h 654"/>
                <a:gd name="T80" fmla="*/ 316 w 494"/>
                <a:gd name="T81" fmla="*/ 4 h 654"/>
                <a:gd name="T82" fmla="*/ 371 w 494"/>
                <a:gd name="T83" fmla="*/ 15 h 654"/>
                <a:gd name="T84" fmla="*/ 416 w 494"/>
                <a:gd name="T85" fmla="*/ 33 h 654"/>
                <a:gd name="T86" fmla="*/ 435 w 494"/>
                <a:gd name="T87" fmla="*/ 43 h 654"/>
                <a:gd name="T88" fmla="*/ 450 w 494"/>
                <a:gd name="T89" fmla="*/ 56 h 6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494" h="654">
                  <a:moveTo>
                    <a:pt x="450" y="56"/>
                  </a:moveTo>
                  <a:lnTo>
                    <a:pt x="450" y="56"/>
                  </a:lnTo>
                  <a:lnTo>
                    <a:pt x="456" y="65"/>
                  </a:lnTo>
                  <a:lnTo>
                    <a:pt x="462" y="73"/>
                  </a:lnTo>
                  <a:lnTo>
                    <a:pt x="466" y="82"/>
                  </a:lnTo>
                  <a:lnTo>
                    <a:pt x="471" y="92"/>
                  </a:lnTo>
                  <a:lnTo>
                    <a:pt x="480" y="114"/>
                  </a:lnTo>
                  <a:lnTo>
                    <a:pt x="485" y="139"/>
                  </a:lnTo>
                  <a:lnTo>
                    <a:pt x="489" y="166"/>
                  </a:lnTo>
                  <a:lnTo>
                    <a:pt x="493" y="195"/>
                  </a:lnTo>
                  <a:lnTo>
                    <a:pt x="494" y="225"/>
                  </a:lnTo>
                  <a:lnTo>
                    <a:pt x="493" y="254"/>
                  </a:lnTo>
                  <a:lnTo>
                    <a:pt x="491" y="285"/>
                  </a:lnTo>
                  <a:lnTo>
                    <a:pt x="489" y="315"/>
                  </a:lnTo>
                  <a:lnTo>
                    <a:pt x="484" y="344"/>
                  </a:lnTo>
                  <a:lnTo>
                    <a:pt x="480" y="371"/>
                  </a:lnTo>
                  <a:lnTo>
                    <a:pt x="474" y="396"/>
                  </a:lnTo>
                  <a:lnTo>
                    <a:pt x="466" y="419"/>
                  </a:lnTo>
                  <a:lnTo>
                    <a:pt x="458" y="438"/>
                  </a:lnTo>
                  <a:lnTo>
                    <a:pt x="450" y="455"/>
                  </a:lnTo>
                  <a:lnTo>
                    <a:pt x="450" y="455"/>
                  </a:lnTo>
                  <a:lnTo>
                    <a:pt x="433" y="482"/>
                  </a:lnTo>
                  <a:lnTo>
                    <a:pt x="413" y="514"/>
                  </a:lnTo>
                  <a:lnTo>
                    <a:pt x="390" y="546"/>
                  </a:lnTo>
                  <a:lnTo>
                    <a:pt x="377" y="562"/>
                  </a:lnTo>
                  <a:lnTo>
                    <a:pt x="364" y="577"/>
                  </a:lnTo>
                  <a:lnTo>
                    <a:pt x="351" y="592"/>
                  </a:lnTo>
                  <a:lnTo>
                    <a:pt x="336" y="606"/>
                  </a:lnTo>
                  <a:lnTo>
                    <a:pt x="322" y="618"/>
                  </a:lnTo>
                  <a:lnTo>
                    <a:pt x="308" y="629"/>
                  </a:lnTo>
                  <a:lnTo>
                    <a:pt x="294" y="638"/>
                  </a:lnTo>
                  <a:lnTo>
                    <a:pt x="279" y="645"/>
                  </a:lnTo>
                  <a:lnTo>
                    <a:pt x="265" y="651"/>
                  </a:lnTo>
                  <a:lnTo>
                    <a:pt x="251" y="654"/>
                  </a:lnTo>
                  <a:lnTo>
                    <a:pt x="251" y="654"/>
                  </a:lnTo>
                  <a:lnTo>
                    <a:pt x="236" y="651"/>
                  </a:lnTo>
                  <a:lnTo>
                    <a:pt x="221" y="646"/>
                  </a:lnTo>
                  <a:lnTo>
                    <a:pt x="207" y="639"/>
                  </a:lnTo>
                  <a:lnTo>
                    <a:pt x="191" y="631"/>
                  </a:lnTo>
                  <a:lnTo>
                    <a:pt x="177" y="620"/>
                  </a:lnTo>
                  <a:lnTo>
                    <a:pt x="162" y="608"/>
                  </a:lnTo>
                  <a:lnTo>
                    <a:pt x="148" y="595"/>
                  </a:lnTo>
                  <a:lnTo>
                    <a:pt x="135" y="581"/>
                  </a:lnTo>
                  <a:lnTo>
                    <a:pt x="122" y="567"/>
                  </a:lnTo>
                  <a:lnTo>
                    <a:pt x="110" y="550"/>
                  </a:lnTo>
                  <a:lnTo>
                    <a:pt x="98" y="534"/>
                  </a:lnTo>
                  <a:lnTo>
                    <a:pt x="87" y="518"/>
                  </a:lnTo>
                  <a:lnTo>
                    <a:pt x="67" y="486"/>
                  </a:lnTo>
                  <a:lnTo>
                    <a:pt x="52" y="455"/>
                  </a:lnTo>
                  <a:lnTo>
                    <a:pt x="52" y="455"/>
                  </a:lnTo>
                  <a:lnTo>
                    <a:pt x="42" y="432"/>
                  </a:lnTo>
                  <a:lnTo>
                    <a:pt x="34" y="408"/>
                  </a:lnTo>
                  <a:lnTo>
                    <a:pt x="25" y="383"/>
                  </a:lnTo>
                  <a:lnTo>
                    <a:pt x="18" y="356"/>
                  </a:lnTo>
                  <a:lnTo>
                    <a:pt x="12" y="328"/>
                  </a:lnTo>
                  <a:lnTo>
                    <a:pt x="7" y="300"/>
                  </a:lnTo>
                  <a:lnTo>
                    <a:pt x="4" y="271"/>
                  </a:lnTo>
                  <a:lnTo>
                    <a:pt x="1" y="242"/>
                  </a:lnTo>
                  <a:lnTo>
                    <a:pt x="0" y="215"/>
                  </a:lnTo>
                  <a:lnTo>
                    <a:pt x="1" y="188"/>
                  </a:lnTo>
                  <a:lnTo>
                    <a:pt x="5" y="161"/>
                  </a:lnTo>
                  <a:lnTo>
                    <a:pt x="10" y="136"/>
                  </a:lnTo>
                  <a:lnTo>
                    <a:pt x="17" y="113"/>
                  </a:lnTo>
                  <a:lnTo>
                    <a:pt x="21" y="102"/>
                  </a:lnTo>
                  <a:lnTo>
                    <a:pt x="27" y="92"/>
                  </a:lnTo>
                  <a:lnTo>
                    <a:pt x="31" y="83"/>
                  </a:lnTo>
                  <a:lnTo>
                    <a:pt x="37" y="73"/>
                  </a:lnTo>
                  <a:lnTo>
                    <a:pt x="44" y="65"/>
                  </a:lnTo>
                  <a:lnTo>
                    <a:pt x="52" y="56"/>
                  </a:lnTo>
                  <a:lnTo>
                    <a:pt x="52" y="56"/>
                  </a:lnTo>
                  <a:lnTo>
                    <a:pt x="60" y="49"/>
                  </a:lnTo>
                  <a:lnTo>
                    <a:pt x="69" y="43"/>
                  </a:lnTo>
                  <a:lnTo>
                    <a:pt x="80" y="37"/>
                  </a:lnTo>
                  <a:lnTo>
                    <a:pt x="91" y="31"/>
                  </a:lnTo>
                  <a:lnTo>
                    <a:pt x="114" y="22"/>
                  </a:lnTo>
                  <a:lnTo>
                    <a:pt x="140" y="14"/>
                  </a:lnTo>
                  <a:lnTo>
                    <a:pt x="167" y="8"/>
                  </a:lnTo>
                  <a:lnTo>
                    <a:pt x="197" y="3"/>
                  </a:lnTo>
                  <a:lnTo>
                    <a:pt x="227" y="0"/>
                  </a:lnTo>
                  <a:lnTo>
                    <a:pt x="257" y="0"/>
                  </a:lnTo>
                  <a:lnTo>
                    <a:pt x="286" y="2"/>
                  </a:lnTo>
                  <a:lnTo>
                    <a:pt x="316" y="4"/>
                  </a:lnTo>
                  <a:lnTo>
                    <a:pt x="345" y="9"/>
                  </a:lnTo>
                  <a:lnTo>
                    <a:pt x="371" y="15"/>
                  </a:lnTo>
                  <a:lnTo>
                    <a:pt x="395" y="23"/>
                  </a:lnTo>
                  <a:lnTo>
                    <a:pt x="416" y="33"/>
                  </a:lnTo>
                  <a:lnTo>
                    <a:pt x="426" y="39"/>
                  </a:lnTo>
                  <a:lnTo>
                    <a:pt x="435" y="43"/>
                  </a:lnTo>
                  <a:lnTo>
                    <a:pt x="443" y="51"/>
                  </a:lnTo>
                  <a:lnTo>
                    <a:pt x="450" y="56"/>
                  </a:lnTo>
                  <a:lnTo>
                    <a:pt x="450" y="56"/>
                  </a:lnTo>
                  <a:close/>
                </a:path>
              </a:pathLst>
            </a:custGeom>
            <a:solidFill>
              <a:srgbClr val="E5A95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0777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5389" algn="l" defTabSz="910777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0777" algn="l" defTabSz="910777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66167" algn="l" defTabSz="910777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1553" algn="l" defTabSz="910777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76941" algn="l" defTabSz="910777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32330" algn="l" defTabSz="910777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187720" algn="l" defTabSz="910777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43107" algn="l" defTabSz="910777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683083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GB" sz="1425" dirty="0">
                <a:solidFill>
                  <a:srgbClr val="555554"/>
                </a:solidFill>
                <a:latin typeface="Arial"/>
              </a:endParaRPr>
            </a:p>
          </p:txBody>
        </p:sp>
        <p:sp>
          <p:nvSpPr>
            <p:cNvPr id="19" name="Freeform 95">
              <a:extLst>
                <a:ext uri="{FF2B5EF4-FFF2-40B4-BE49-F238E27FC236}">
                  <a16:creationId xmlns:a16="http://schemas.microsoft.com/office/drawing/2014/main" id="{D6F084D8-5544-9A76-69AD-84B962B148AE}"/>
                </a:ext>
              </a:extLst>
            </p:cNvPr>
            <p:cNvSpPr>
              <a:spLocks/>
            </p:cNvSpPr>
            <p:nvPr/>
          </p:nvSpPr>
          <p:spPr bwMode="auto">
            <a:xfrm>
              <a:off x="1428567" y="1627169"/>
              <a:ext cx="767090" cy="1917370"/>
            </a:xfrm>
            <a:custGeom>
              <a:avLst/>
              <a:gdLst>
                <a:gd name="T0" fmla="*/ 223 w 262"/>
                <a:gd name="T1" fmla="*/ 57 h 655"/>
                <a:gd name="T2" fmla="*/ 233 w 262"/>
                <a:gd name="T3" fmla="*/ 71 h 655"/>
                <a:gd name="T4" fmla="*/ 242 w 262"/>
                <a:gd name="T5" fmla="*/ 88 h 655"/>
                <a:gd name="T6" fmla="*/ 254 w 262"/>
                <a:gd name="T7" fmla="*/ 134 h 655"/>
                <a:gd name="T8" fmla="*/ 261 w 262"/>
                <a:gd name="T9" fmla="*/ 189 h 655"/>
                <a:gd name="T10" fmla="*/ 262 w 262"/>
                <a:gd name="T11" fmla="*/ 249 h 655"/>
                <a:gd name="T12" fmla="*/ 260 w 262"/>
                <a:gd name="T13" fmla="*/ 311 h 655"/>
                <a:gd name="T14" fmla="*/ 251 w 262"/>
                <a:gd name="T15" fmla="*/ 370 h 655"/>
                <a:gd name="T16" fmla="*/ 238 w 262"/>
                <a:gd name="T17" fmla="*/ 419 h 655"/>
                <a:gd name="T18" fmla="*/ 223 w 262"/>
                <a:gd name="T19" fmla="*/ 456 h 655"/>
                <a:gd name="T20" fmla="*/ 206 w 262"/>
                <a:gd name="T21" fmla="*/ 483 h 655"/>
                <a:gd name="T22" fmla="*/ 163 w 262"/>
                <a:gd name="T23" fmla="*/ 547 h 655"/>
                <a:gd name="T24" fmla="*/ 137 w 262"/>
                <a:gd name="T25" fmla="*/ 578 h 655"/>
                <a:gd name="T26" fmla="*/ 109 w 262"/>
                <a:gd name="T27" fmla="*/ 607 h 655"/>
                <a:gd name="T28" fmla="*/ 81 w 262"/>
                <a:gd name="T29" fmla="*/ 630 h 655"/>
                <a:gd name="T30" fmla="*/ 52 w 262"/>
                <a:gd name="T31" fmla="*/ 646 h 655"/>
                <a:gd name="T32" fmla="*/ 24 w 262"/>
                <a:gd name="T33" fmla="*/ 655 h 655"/>
                <a:gd name="T34" fmla="*/ 21 w 262"/>
                <a:gd name="T35" fmla="*/ 646 h 655"/>
                <a:gd name="T36" fmla="*/ 13 w 262"/>
                <a:gd name="T37" fmla="*/ 608 h 655"/>
                <a:gd name="T38" fmla="*/ 6 w 262"/>
                <a:gd name="T39" fmla="*/ 534 h 655"/>
                <a:gd name="T40" fmla="*/ 1 w 262"/>
                <a:gd name="T41" fmla="*/ 441 h 655"/>
                <a:gd name="T42" fmla="*/ 0 w 262"/>
                <a:gd name="T43" fmla="*/ 336 h 655"/>
                <a:gd name="T44" fmla="*/ 2 w 262"/>
                <a:gd name="T45" fmla="*/ 231 h 655"/>
                <a:gd name="T46" fmla="*/ 7 w 262"/>
                <a:gd name="T47" fmla="*/ 135 h 655"/>
                <a:gd name="T48" fmla="*/ 14 w 262"/>
                <a:gd name="T49" fmla="*/ 55 h 655"/>
                <a:gd name="T50" fmla="*/ 26 w 262"/>
                <a:gd name="T51" fmla="*/ 1 h 655"/>
                <a:gd name="T52" fmla="*/ 49 w 262"/>
                <a:gd name="T53" fmla="*/ 0 h 655"/>
                <a:gd name="T54" fmla="*/ 100 w 262"/>
                <a:gd name="T55" fmla="*/ 3 h 655"/>
                <a:gd name="T56" fmla="*/ 138 w 262"/>
                <a:gd name="T57" fmla="*/ 10 h 655"/>
                <a:gd name="T58" fmla="*/ 163 w 262"/>
                <a:gd name="T59" fmla="*/ 19 h 655"/>
                <a:gd name="T60" fmla="*/ 188 w 262"/>
                <a:gd name="T61" fmla="*/ 31 h 655"/>
                <a:gd name="T62" fmla="*/ 212 w 262"/>
                <a:gd name="T63" fmla="*/ 48 h 655"/>
                <a:gd name="T64" fmla="*/ 223 w 262"/>
                <a:gd name="T65" fmla="*/ 57 h 6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62" h="655">
                  <a:moveTo>
                    <a:pt x="223" y="57"/>
                  </a:moveTo>
                  <a:lnTo>
                    <a:pt x="223" y="57"/>
                  </a:lnTo>
                  <a:lnTo>
                    <a:pt x="229" y="63"/>
                  </a:lnTo>
                  <a:lnTo>
                    <a:pt x="233" y="71"/>
                  </a:lnTo>
                  <a:lnTo>
                    <a:pt x="237" y="79"/>
                  </a:lnTo>
                  <a:lnTo>
                    <a:pt x="242" y="88"/>
                  </a:lnTo>
                  <a:lnTo>
                    <a:pt x="249" y="110"/>
                  </a:lnTo>
                  <a:lnTo>
                    <a:pt x="254" y="134"/>
                  </a:lnTo>
                  <a:lnTo>
                    <a:pt x="258" y="160"/>
                  </a:lnTo>
                  <a:lnTo>
                    <a:pt x="261" y="189"/>
                  </a:lnTo>
                  <a:lnTo>
                    <a:pt x="262" y="218"/>
                  </a:lnTo>
                  <a:lnTo>
                    <a:pt x="262" y="249"/>
                  </a:lnTo>
                  <a:lnTo>
                    <a:pt x="261" y="280"/>
                  </a:lnTo>
                  <a:lnTo>
                    <a:pt x="260" y="311"/>
                  </a:lnTo>
                  <a:lnTo>
                    <a:pt x="256" y="341"/>
                  </a:lnTo>
                  <a:lnTo>
                    <a:pt x="251" y="370"/>
                  </a:lnTo>
                  <a:lnTo>
                    <a:pt x="245" y="396"/>
                  </a:lnTo>
                  <a:lnTo>
                    <a:pt x="238" y="419"/>
                  </a:lnTo>
                  <a:lnTo>
                    <a:pt x="231" y="439"/>
                  </a:lnTo>
                  <a:lnTo>
                    <a:pt x="223" y="456"/>
                  </a:lnTo>
                  <a:lnTo>
                    <a:pt x="223" y="456"/>
                  </a:lnTo>
                  <a:lnTo>
                    <a:pt x="206" y="483"/>
                  </a:lnTo>
                  <a:lnTo>
                    <a:pt x="186" y="515"/>
                  </a:lnTo>
                  <a:lnTo>
                    <a:pt x="163" y="547"/>
                  </a:lnTo>
                  <a:lnTo>
                    <a:pt x="150" y="563"/>
                  </a:lnTo>
                  <a:lnTo>
                    <a:pt x="137" y="578"/>
                  </a:lnTo>
                  <a:lnTo>
                    <a:pt x="124" y="593"/>
                  </a:lnTo>
                  <a:lnTo>
                    <a:pt x="109" y="607"/>
                  </a:lnTo>
                  <a:lnTo>
                    <a:pt x="95" y="619"/>
                  </a:lnTo>
                  <a:lnTo>
                    <a:pt x="81" y="630"/>
                  </a:lnTo>
                  <a:lnTo>
                    <a:pt x="67" y="639"/>
                  </a:lnTo>
                  <a:lnTo>
                    <a:pt x="52" y="646"/>
                  </a:lnTo>
                  <a:lnTo>
                    <a:pt x="38" y="652"/>
                  </a:lnTo>
                  <a:lnTo>
                    <a:pt x="24" y="655"/>
                  </a:lnTo>
                  <a:lnTo>
                    <a:pt x="24" y="655"/>
                  </a:lnTo>
                  <a:lnTo>
                    <a:pt x="21" y="646"/>
                  </a:lnTo>
                  <a:lnTo>
                    <a:pt x="18" y="636"/>
                  </a:lnTo>
                  <a:lnTo>
                    <a:pt x="13" y="608"/>
                  </a:lnTo>
                  <a:lnTo>
                    <a:pt x="9" y="575"/>
                  </a:lnTo>
                  <a:lnTo>
                    <a:pt x="6" y="534"/>
                  </a:lnTo>
                  <a:lnTo>
                    <a:pt x="3" y="489"/>
                  </a:lnTo>
                  <a:lnTo>
                    <a:pt x="1" y="441"/>
                  </a:lnTo>
                  <a:lnTo>
                    <a:pt x="0" y="390"/>
                  </a:lnTo>
                  <a:lnTo>
                    <a:pt x="0" y="336"/>
                  </a:lnTo>
                  <a:lnTo>
                    <a:pt x="1" y="284"/>
                  </a:lnTo>
                  <a:lnTo>
                    <a:pt x="2" y="231"/>
                  </a:lnTo>
                  <a:lnTo>
                    <a:pt x="3" y="181"/>
                  </a:lnTo>
                  <a:lnTo>
                    <a:pt x="7" y="135"/>
                  </a:lnTo>
                  <a:lnTo>
                    <a:pt x="11" y="92"/>
                  </a:lnTo>
                  <a:lnTo>
                    <a:pt x="14" y="55"/>
                  </a:lnTo>
                  <a:lnTo>
                    <a:pt x="20" y="24"/>
                  </a:lnTo>
                  <a:lnTo>
                    <a:pt x="26" y="1"/>
                  </a:lnTo>
                  <a:lnTo>
                    <a:pt x="26" y="1"/>
                  </a:lnTo>
                  <a:lnTo>
                    <a:pt x="49" y="0"/>
                  </a:lnTo>
                  <a:lnTo>
                    <a:pt x="74" y="1"/>
                  </a:lnTo>
                  <a:lnTo>
                    <a:pt x="100" y="3"/>
                  </a:lnTo>
                  <a:lnTo>
                    <a:pt x="125" y="7"/>
                  </a:lnTo>
                  <a:lnTo>
                    <a:pt x="138" y="10"/>
                  </a:lnTo>
                  <a:lnTo>
                    <a:pt x="151" y="15"/>
                  </a:lnTo>
                  <a:lnTo>
                    <a:pt x="163" y="19"/>
                  </a:lnTo>
                  <a:lnTo>
                    <a:pt x="176" y="24"/>
                  </a:lnTo>
                  <a:lnTo>
                    <a:pt x="188" y="31"/>
                  </a:lnTo>
                  <a:lnTo>
                    <a:pt x="200" y="38"/>
                  </a:lnTo>
                  <a:lnTo>
                    <a:pt x="212" y="48"/>
                  </a:lnTo>
                  <a:lnTo>
                    <a:pt x="223" y="57"/>
                  </a:lnTo>
                  <a:lnTo>
                    <a:pt x="223" y="57"/>
                  </a:lnTo>
                  <a:close/>
                </a:path>
              </a:pathLst>
            </a:custGeom>
            <a:solidFill>
              <a:srgbClr val="C77F1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0777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5389" algn="l" defTabSz="910777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0777" algn="l" defTabSz="910777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66167" algn="l" defTabSz="910777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1553" algn="l" defTabSz="910777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76941" algn="l" defTabSz="910777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32330" algn="l" defTabSz="910777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187720" algn="l" defTabSz="910777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43107" algn="l" defTabSz="910777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683083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GB" sz="1425" dirty="0">
                <a:solidFill>
                  <a:srgbClr val="555554"/>
                </a:solidFill>
                <a:latin typeface="Arial"/>
              </a:endParaRP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56AF56FF-B3A5-1BC5-B441-D858E8580C86}"/>
              </a:ext>
            </a:extLst>
          </p:cNvPr>
          <p:cNvGrpSpPr/>
          <p:nvPr/>
        </p:nvGrpSpPr>
        <p:grpSpPr>
          <a:xfrm>
            <a:off x="2586975" y="966239"/>
            <a:ext cx="1773446" cy="3662910"/>
            <a:chOff x="259934" y="1501499"/>
            <a:chExt cx="2151446" cy="5594304"/>
          </a:xfrm>
        </p:grpSpPr>
        <p:sp>
          <p:nvSpPr>
            <p:cNvPr id="34" name="Freeform 15">
              <a:extLst>
                <a:ext uri="{FF2B5EF4-FFF2-40B4-BE49-F238E27FC236}">
                  <a16:creationId xmlns:a16="http://schemas.microsoft.com/office/drawing/2014/main" id="{702B8710-4D91-8910-1D21-2DAFEF0CC3CB}"/>
                </a:ext>
              </a:extLst>
            </p:cNvPr>
            <p:cNvSpPr>
              <a:spLocks/>
            </p:cNvSpPr>
            <p:nvPr/>
          </p:nvSpPr>
          <p:spPr bwMode="auto">
            <a:xfrm>
              <a:off x="668473" y="4743297"/>
              <a:ext cx="1501975" cy="292728"/>
            </a:xfrm>
            <a:custGeom>
              <a:avLst/>
              <a:gdLst>
                <a:gd name="T0" fmla="*/ 0 w 513"/>
                <a:gd name="T1" fmla="*/ 50 h 100"/>
                <a:gd name="T2" fmla="*/ 0 w 513"/>
                <a:gd name="T3" fmla="*/ 50 h 100"/>
                <a:gd name="T4" fmla="*/ 1 w 513"/>
                <a:gd name="T5" fmla="*/ 45 h 100"/>
                <a:gd name="T6" fmla="*/ 4 w 513"/>
                <a:gd name="T7" fmla="*/ 39 h 100"/>
                <a:gd name="T8" fmla="*/ 11 w 513"/>
                <a:gd name="T9" fmla="*/ 34 h 100"/>
                <a:gd name="T10" fmla="*/ 20 w 513"/>
                <a:gd name="T11" fmla="*/ 31 h 100"/>
                <a:gd name="T12" fmla="*/ 31 w 513"/>
                <a:gd name="T13" fmla="*/ 26 h 100"/>
                <a:gd name="T14" fmla="*/ 44 w 513"/>
                <a:gd name="T15" fmla="*/ 23 h 100"/>
                <a:gd name="T16" fmla="*/ 75 w 513"/>
                <a:gd name="T17" fmla="*/ 14 h 100"/>
                <a:gd name="T18" fmla="*/ 113 w 513"/>
                <a:gd name="T19" fmla="*/ 8 h 100"/>
                <a:gd name="T20" fmla="*/ 156 w 513"/>
                <a:gd name="T21" fmla="*/ 3 h 100"/>
                <a:gd name="T22" fmla="*/ 205 w 513"/>
                <a:gd name="T23" fmla="*/ 1 h 100"/>
                <a:gd name="T24" fmla="*/ 256 w 513"/>
                <a:gd name="T25" fmla="*/ 0 h 100"/>
                <a:gd name="T26" fmla="*/ 256 w 513"/>
                <a:gd name="T27" fmla="*/ 0 h 100"/>
                <a:gd name="T28" fmla="*/ 308 w 513"/>
                <a:gd name="T29" fmla="*/ 1 h 100"/>
                <a:gd name="T30" fmla="*/ 356 w 513"/>
                <a:gd name="T31" fmla="*/ 3 h 100"/>
                <a:gd name="T32" fmla="*/ 400 w 513"/>
                <a:gd name="T33" fmla="*/ 8 h 100"/>
                <a:gd name="T34" fmla="*/ 438 w 513"/>
                <a:gd name="T35" fmla="*/ 14 h 100"/>
                <a:gd name="T36" fmla="*/ 469 w 513"/>
                <a:gd name="T37" fmla="*/ 23 h 100"/>
                <a:gd name="T38" fmla="*/ 482 w 513"/>
                <a:gd name="T39" fmla="*/ 26 h 100"/>
                <a:gd name="T40" fmla="*/ 493 w 513"/>
                <a:gd name="T41" fmla="*/ 31 h 100"/>
                <a:gd name="T42" fmla="*/ 501 w 513"/>
                <a:gd name="T43" fmla="*/ 34 h 100"/>
                <a:gd name="T44" fmla="*/ 507 w 513"/>
                <a:gd name="T45" fmla="*/ 39 h 100"/>
                <a:gd name="T46" fmla="*/ 512 w 513"/>
                <a:gd name="T47" fmla="*/ 45 h 100"/>
                <a:gd name="T48" fmla="*/ 513 w 513"/>
                <a:gd name="T49" fmla="*/ 50 h 100"/>
                <a:gd name="T50" fmla="*/ 513 w 513"/>
                <a:gd name="T51" fmla="*/ 50 h 100"/>
                <a:gd name="T52" fmla="*/ 512 w 513"/>
                <a:gd name="T53" fmla="*/ 55 h 100"/>
                <a:gd name="T54" fmla="*/ 507 w 513"/>
                <a:gd name="T55" fmla="*/ 59 h 100"/>
                <a:gd name="T56" fmla="*/ 501 w 513"/>
                <a:gd name="T57" fmla="*/ 64 h 100"/>
                <a:gd name="T58" fmla="*/ 493 w 513"/>
                <a:gd name="T59" fmla="*/ 69 h 100"/>
                <a:gd name="T60" fmla="*/ 482 w 513"/>
                <a:gd name="T61" fmla="*/ 74 h 100"/>
                <a:gd name="T62" fmla="*/ 469 w 513"/>
                <a:gd name="T63" fmla="*/ 77 h 100"/>
                <a:gd name="T64" fmla="*/ 438 w 513"/>
                <a:gd name="T65" fmla="*/ 85 h 100"/>
                <a:gd name="T66" fmla="*/ 400 w 513"/>
                <a:gd name="T67" fmla="*/ 90 h 100"/>
                <a:gd name="T68" fmla="*/ 356 w 513"/>
                <a:gd name="T69" fmla="*/ 95 h 100"/>
                <a:gd name="T70" fmla="*/ 308 w 513"/>
                <a:gd name="T71" fmla="*/ 99 h 100"/>
                <a:gd name="T72" fmla="*/ 256 w 513"/>
                <a:gd name="T73" fmla="*/ 100 h 100"/>
                <a:gd name="T74" fmla="*/ 256 w 513"/>
                <a:gd name="T75" fmla="*/ 100 h 100"/>
                <a:gd name="T76" fmla="*/ 205 w 513"/>
                <a:gd name="T77" fmla="*/ 99 h 100"/>
                <a:gd name="T78" fmla="*/ 156 w 513"/>
                <a:gd name="T79" fmla="*/ 95 h 100"/>
                <a:gd name="T80" fmla="*/ 113 w 513"/>
                <a:gd name="T81" fmla="*/ 90 h 100"/>
                <a:gd name="T82" fmla="*/ 75 w 513"/>
                <a:gd name="T83" fmla="*/ 85 h 100"/>
                <a:gd name="T84" fmla="*/ 44 w 513"/>
                <a:gd name="T85" fmla="*/ 77 h 100"/>
                <a:gd name="T86" fmla="*/ 31 w 513"/>
                <a:gd name="T87" fmla="*/ 74 h 100"/>
                <a:gd name="T88" fmla="*/ 20 w 513"/>
                <a:gd name="T89" fmla="*/ 69 h 100"/>
                <a:gd name="T90" fmla="*/ 11 w 513"/>
                <a:gd name="T91" fmla="*/ 64 h 100"/>
                <a:gd name="T92" fmla="*/ 4 w 513"/>
                <a:gd name="T93" fmla="*/ 59 h 100"/>
                <a:gd name="T94" fmla="*/ 1 w 513"/>
                <a:gd name="T95" fmla="*/ 55 h 100"/>
                <a:gd name="T96" fmla="*/ 0 w 513"/>
                <a:gd name="T97" fmla="*/ 50 h 100"/>
                <a:gd name="T98" fmla="*/ 0 w 513"/>
                <a:gd name="T99" fmla="*/ 50 h 1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513" h="100">
                  <a:moveTo>
                    <a:pt x="0" y="50"/>
                  </a:moveTo>
                  <a:lnTo>
                    <a:pt x="0" y="50"/>
                  </a:lnTo>
                  <a:lnTo>
                    <a:pt x="1" y="45"/>
                  </a:lnTo>
                  <a:lnTo>
                    <a:pt x="4" y="39"/>
                  </a:lnTo>
                  <a:lnTo>
                    <a:pt x="11" y="34"/>
                  </a:lnTo>
                  <a:lnTo>
                    <a:pt x="20" y="31"/>
                  </a:lnTo>
                  <a:lnTo>
                    <a:pt x="31" y="26"/>
                  </a:lnTo>
                  <a:lnTo>
                    <a:pt x="44" y="23"/>
                  </a:lnTo>
                  <a:lnTo>
                    <a:pt x="75" y="14"/>
                  </a:lnTo>
                  <a:lnTo>
                    <a:pt x="113" y="8"/>
                  </a:lnTo>
                  <a:lnTo>
                    <a:pt x="156" y="3"/>
                  </a:lnTo>
                  <a:lnTo>
                    <a:pt x="205" y="1"/>
                  </a:lnTo>
                  <a:lnTo>
                    <a:pt x="256" y="0"/>
                  </a:lnTo>
                  <a:lnTo>
                    <a:pt x="256" y="0"/>
                  </a:lnTo>
                  <a:lnTo>
                    <a:pt x="308" y="1"/>
                  </a:lnTo>
                  <a:lnTo>
                    <a:pt x="356" y="3"/>
                  </a:lnTo>
                  <a:lnTo>
                    <a:pt x="400" y="8"/>
                  </a:lnTo>
                  <a:lnTo>
                    <a:pt x="438" y="14"/>
                  </a:lnTo>
                  <a:lnTo>
                    <a:pt x="469" y="23"/>
                  </a:lnTo>
                  <a:lnTo>
                    <a:pt x="482" y="26"/>
                  </a:lnTo>
                  <a:lnTo>
                    <a:pt x="493" y="31"/>
                  </a:lnTo>
                  <a:lnTo>
                    <a:pt x="501" y="34"/>
                  </a:lnTo>
                  <a:lnTo>
                    <a:pt x="507" y="39"/>
                  </a:lnTo>
                  <a:lnTo>
                    <a:pt x="512" y="45"/>
                  </a:lnTo>
                  <a:lnTo>
                    <a:pt x="513" y="50"/>
                  </a:lnTo>
                  <a:lnTo>
                    <a:pt x="513" y="50"/>
                  </a:lnTo>
                  <a:lnTo>
                    <a:pt x="512" y="55"/>
                  </a:lnTo>
                  <a:lnTo>
                    <a:pt x="507" y="59"/>
                  </a:lnTo>
                  <a:lnTo>
                    <a:pt x="501" y="64"/>
                  </a:lnTo>
                  <a:lnTo>
                    <a:pt x="493" y="69"/>
                  </a:lnTo>
                  <a:lnTo>
                    <a:pt x="482" y="74"/>
                  </a:lnTo>
                  <a:lnTo>
                    <a:pt x="469" y="77"/>
                  </a:lnTo>
                  <a:lnTo>
                    <a:pt x="438" y="85"/>
                  </a:lnTo>
                  <a:lnTo>
                    <a:pt x="400" y="90"/>
                  </a:lnTo>
                  <a:lnTo>
                    <a:pt x="356" y="95"/>
                  </a:lnTo>
                  <a:lnTo>
                    <a:pt x="308" y="99"/>
                  </a:lnTo>
                  <a:lnTo>
                    <a:pt x="256" y="100"/>
                  </a:lnTo>
                  <a:lnTo>
                    <a:pt x="256" y="100"/>
                  </a:lnTo>
                  <a:lnTo>
                    <a:pt x="205" y="99"/>
                  </a:lnTo>
                  <a:lnTo>
                    <a:pt x="156" y="95"/>
                  </a:lnTo>
                  <a:lnTo>
                    <a:pt x="113" y="90"/>
                  </a:lnTo>
                  <a:lnTo>
                    <a:pt x="75" y="85"/>
                  </a:lnTo>
                  <a:lnTo>
                    <a:pt x="44" y="77"/>
                  </a:lnTo>
                  <a:lnTo>
                    <a:pt x="31" y="74"/>
                  </a:lnTo>
                  <a:lnTo>
                    <a:pt x="20" y="69"/>
                  </a:lnTo>
                  <a:lnTo>
                    <a:pt x="11" y="64"/>
                  </a:lnTo>
                  <a:lnTo>
                    <a:pt x="4" y="59"/>
                  </a:lnTo>
                  <a:lnTo>
                    <a:pt x="1" y="55"/>
                  </a:lnTo>
                  <a:lnTo>
                    <a:pt x="0" y="50"/>
                  </a:lnTo>
                  <a:lnTo>
                    <a:pt x="0" y="50"/>
                  </a:lnTo>
                  <a:close/>
                </a:path>
              </a:pathLst>
            </a:custGeom>
            <a:solidFill>
              <a:srgbClr val="C0BF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0777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5389" algn="l" defTabSz="910777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0777" algn="l" defTabSz="910777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66167" algn="l" defTabSz="910777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1553" algn="l" defTabSz="910777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76941" algn="l" defTabSz="910777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32330" algn="l" defTabSz="910777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187720" algn="l" defTabSz="910777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43107" algn="l" defTabSz="910777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683083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GB" sz="1425" dirty="0">
                <a:solidFill>
                  <a:srgbClr val="555554"/>
                </a:solidFill>
                <a:latin typeface="Arial"/>
              </a:endParaRPr>
            </a:p>
          </p:txBody>
        </p:sp>
        <p:sp>
          <p:nvSpPr>
            <p:cNvPr id="35" name="Freeform 16">
              <a:extLst>
                <a:ext uri="{FF2B5EF4-FFF2-40B4-BE49-F238E27FC236}">
                  <a16:creationId xmlns:a16="http://schemas.microsoft.com/office/drawing/2014/main" id="{3D544CEE-AD59-3CA3-1C23-A65182D176FD}"/>
                </a:ext>
              </a:extLst>
            </p:cNvPr>
            <p:cNvSpPr>
              <a:spLocks/>
            </p:cNvSpPr>
            <p:nvPr/>
          </p:nvSpPr>
          <p:spPr bwMode="auto">
            <a:xfrm>
              <a:off x="259934" y="3402601"/>
              <a:ext cx="1160991" cy="3693202"/>
            </a:xfrm>
            <a:custGeom>
              <a:avLst/>
              <a:gdLst>
                <a:gd name="T0" fmla="*/ 0 w 257"/>
                <a:gd name="T1" fmla="*/ 385 h 514"/>
                <a:gd name="T2" fmla="*/ 0 w 257"/>
                <a:gd name="T3" fmla="*/ 129 h 514"/>
                <a:gd name="T4" fmla="*/ 0 w 257"/>
                <a:gd name="T5" fmla="*/ 129 h 514"/>
                <a:gd name="T6" fmla="*/ 0 w 257"/>
                <a:gd name="T7" fmla="*/ 116 h 514"/>
                <a:gd name="T8" fmla="*/ 2 w 257"/>
                <a:gd name="T9" fmla="*/ 103 h 514"/>
                <a:gd name="T10" fmla="*/ 5 w 257"/>
                <a:gd name="T11" fmla="*/ 91 h 514"/>
                <a:gd name="T12" fmla="*/ 9 w 257"/>
                <a:gd name="T13" fmla="*/ 79 h 514"/>
                <a:gd name="T14" fmla="*/ 15 w 257"/>
                <a:gd name="T15" fmla="*/ 67 h 514"/>
                <a:gd name="T16" fmla="*/ 21 w 257"/>
                <a:gd name="T17" fmla="*/ 56 h 514"/>
                <a:gd name="T18" fmla="*/ 29 w 257"/>
                <a:gd name="T19" fmla="*/ 47 h 514"/>
                <a:gd name="T20" fmla="*/ 36 w 257"/>
                <a:gd name="T21" fmla="*/ 37 h 514"/>
                <a:gd name="T22" fmla="*/ 46 w 257"/>
                <a:gd name="T23" fmla="*/ 29 h 514"/>
                <a:gd name="T24" fmla="*/ 56 w 257"/>
                <a:gd name="T25" fmla="*/ 22 h 514"/>
                <a:gd name="T26" fmla="*/ 66 w 257"/>
                <a:gd name="T27" fmla="*/ 16 h 514"/>
                <a:gd name="T28" fmla="*/ 78 w 257"/>
                <a:gd name="T29" fmla="*/ 10 h 514"/>
                <a:gd name="T30" fmla="*/ 90 w 257"/>
                <a:gd name="T31" fmla="*/ 6 h 514"/>
                <a:gd name="T32" fmla="*/ 102 w 257"/>
                <a:gd name="T33" fmla="*/ 3 h 514"/>
                <a:gd name="T34" fmla="*/ 115 w 257"/>
                <a:gd name="T35" fmla="*/ 0 h 514"/>
                <a:gd name="T36" fmla="*/ 128 w 257"/>
                <a:gd name="T37" fmla="*/ 0 h 514"/>
                <a:gd name="T38" fmla="*/ 257 w 257"/>
                <a:gd name="T39" fmla="*/ 0 h 514"/>
                <a:gd name="T40" fmla="*/ 257 w 257"/>
                <a:gd name="T41" fmla="*/ 514 h 514"/>
                <a:gd name="T42" fmla="*/ 128 w 257"/>
                <a:gd name="T43" fmla="*/ 514 h 514"/>
                <a:gd name="T44" fmla="*/ 128 w 257"/>
                <a:gd name="T45" fmla="*/ 514 h 514"/>
                <a:gd name="T46" fmla="*/ 115 w 257"/>
                <a:gd name="T47" fmla="*/ 513 h 514"/>
                <a:gd name="T48" fmla="*/ 102 w 257"/>
                <a:gd name="T49" fmla="*/ 510 h 514"/>
                <a:gd name="T50" fmla="*/ 90 w 257"/>
                <a:gd name="T51" fmla="*/ 508 h 514"/>
                <a:gd name="T52" fmla="*/ 78 w 257"/>
                <a:gd name="T53" fmla="*/ 503 h 514"/>
                <a:gd name="T54" fmla="*/ 66 w 257"/>
                <a:gd name="T55" fmla="*/ 498 h 514"/>
                <a:gd name="T56" fmla="*/ 56 w 257"/>
                <a:gd name="T57" fmla="*/ 491 h 514"/>
                <a:gd name="T58" fmla="*/ 46 w 257"/>
                <a:gd name="T59" fmla="*/ 484 h 514"/>
                <a:gd name="T60" fmla="*/ 36 w 257"/>
                <a:gd name="T61" fmla="*/ 476 h 514"/>
                <a:gd name="T62" fmla="*/ 29 w 257"/>
                <a:gd name="T63" fmla="*/ 466 h 514"/>
                <a:gd name="T64" fmla="*/ 21 w 257"/>
                <a:gd name="T65" fmla="*/ 457 h 514"/>
                <a:gd name="T66" fmla="*/ 15 w 257"/>
                <a:gd name="T67" fmla="*/ 446 h 514"/>
                <a:gd name="T68" fmla="*/ 9 w 257"/>
                <a:gd name="T69" fmla="*/ 435 h 514"/>
                <a:gd name="T70" fmla="*/ 5 w 257"/>
                <a:gd name="T71" fmla="*/ 423 h 514"/>
                <a:gd name="T72" fmla="*/ 2 w 257"/>
                <a:gd name="T73" fmla="*/ 410 h 514"/>
                <a:gd name="T74" fmla="*/ 0 w 257"/>
                <a:gd name="T75" fmla="*/ 398 h 514"/>
                <a:gd name="T76" fmla="*/ 0 w 257"/>
                <a:gd name="T77" fmla="*/ 385 h 5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57" h="514">
                  <a:moveTo>
                    <a:pt x="0" y="385"/>
                  </a:moveTo>
                  <a:lnTo>
                    <a:pt x="0" y="129"/>
                  </a:lnTo>
                  <a:lnTo>
                    <a:pt x="0" y="129"/>
                  </a:lnTo>
                  <a:lnTo>
                    <a:pt x="0" y="116"/>
                  </a:lnTo>
                  <a:lnTo>
                    <a:pt x="2" y="103"/>
                  </a:lnTo>
                  <a:lnTo>
                    <a:pt x="5" y="91"/>
                  </a:lnTo>
                  <a:lnTo>
                    <a:pt x="9" y="79"/>
                  </a:lnTo>
                  <a:lnTo>
                    <a:pt x="15" y="67"/>
                  </a:lnTo>
                  <a:lnTo>
                    <a:pt x="21" y="56"/>
                  </a:lnTo>
                  <a:lnTo>
                    <a:pt x="29" y="47"/>
                  </a:lnTo>
                  <a:lnTo>
                    <a:pt x="36" y="37"/>
                  </a:lnTo>
                  <a:lnTo>
                    <a:pt x="46" y="29"/>
                  </a:lnTo>
                  <a:lnTo>
                    <a:pt x="56" y="22"/>
                  </a:lnTo>
                  <a:lnTo>
                    <a:pt x="66" y="16"/>
                  </a:lnTo>
                  <a:lnTo>
                    <a:pt x="78" y="10"/>
                  </a:lnTo>
                  <a:lnTo>
                    <a:pt x="90" y="6"/>
                  </a:lnTo>
                  <a:lnTo>
                    <a:pt x="102" y="3"/>
                  </a:lnTo>
                  <a:lnTo>
                    <a:pt x="115" y="0"/>
                  </a:lnTo>
                  <a:lnTo>
                    <a:pt x="128" y="0"/>
                  </a:lnTo>
                  <a:lnTo>
                    <a:pt x="257" y="0"/>
                  </a:lnTo>
                  <a:lnTo>
                    <a:pt x="257" y="514"/>
                  </a:lnTo>
                  <a:lnTo>
                    <a:pt x="128" y="514"/>
                  </a:lnTo>
                  <a:lnTo>
                    <a:pt x="128" y="514"/>
                  </a:lnTo>
                  <a:lnTo>
                    <a:pt x="115" y="513"/>
                  </a:lnTo>
                  <a:lnTo>
                    <a:pt x="102" y="510"/>
                  </a:lnTo>
                  <a:lnTo>
                    <a:pt x="90" y="508"/>
                  </a:lnTo>
                  <a:lnTo>
                    <a:pt x="78" y="503"/>
                  </a:lnTo>
                  <a:lnTo>
                    <a:pt x="66" y="498"/>
                  </a:lnTo>
                  <a:lnTo>
                    <a:pt x="56" y="491"/>
                  </a:lnTo>
                  <a:lnTo>
                    <a:pt x="46" y="484"/>
                  </a:lnTo>
                  <a:lnTo>
                    <a:pt x="36" y="476"/>
                  </a:lnTo>
                  <a:lnTo>
                    <a:pt x="29" y="466"/>
                  </a:lnTo>
                  <a:lnTo>
                    <a:pt x="21" y="457"/>
                  </a:lnTo>
                  <a:lnTo>
                    <a:pt x="15" y="446"/>
                  </a:lnTo>
                  <a:lnTo>
                    <a:pt x="9" y="435"/>
                  </a:lnTo>
                  <a:lnTo>
                    <a:pt x="5" y="423"/>
                  </a:lnTo>
                  <a:lnTo>
                    <a:pt x="2" y="410"/>
                  </a:lnTo>
                  <a:lnTo>
                    <a:pt x="0" y="398"/>
                  </a:lnTo>
                  <a:lnTo>
                    <a:pt x="0" y="385"/>
                  </a:lnTo>
                  <a:close/>
                </a:path>
              </a:pathLst>
            </a:custGeom>
            <a:solidFill>
              <a:srgbClr val="D9343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0777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5389" algn="l" defTabSz="910777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0777" algn="l" defTabSz="910777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66167" algn="l" defTabSz="910777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1553" algn="l" defTabSz="910777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76941" algn="l" defTabSz="910777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32330" algn="l" defTabSz="910777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187720" algn="l" defTabSz="910777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43107" algn="l" defTabSz="910777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683083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GB" sz="1425" dirty="0">
                <a:solidFill>
                  <a:srgbClr val="555554"/>
                </a:solidFill>
                <a:latin typeface="Arial"/>
              </a:endParaRPr>
            </a:p>
          </p:txBody>
        </p:sp>
        <p:sp>
          <p:nvSpPr>
            <p:cNvPr id="36" name="Freeform 17">
              <a:extLst>
                <a:ext uri="{FF2B5EF4-FFF2-40B4-BE49-F238E27FC236}">
                  <a16:creationId xmlns:a16="http://schemas.microsoft.com/office/drawing/2014/main" id="{649446FD-91CB-3087-2CB4-1F07E683DEDB}"/>
                </a:ext>
              </a:extLst>
            </p:cNvPr>
            <p:cNvSpPr>
              <a:spLocks/>
            </p:cNvSpPr>
            <p:nvPr/>
          </p:nvSpPr>
          <p:spPr bwMode="auto">
            <a:xfrm>
              <a:off x="668473" y="3402603"/>
              <a:ext cx="752452" cy="1504622"/>
            </a:xfrm>
            <a:custGeom>
              <a:avLst/>
              <a:gdLst>
                <a:gd name="T0" fmla="*/ 0 w 257"/>
                <a:gd name="T1" fmla="*/ 385 h 514"/>
                <a:gd name="T2" fmla="*/ 0 w 257"/>
                <a:gd name="T3" fmla="*/ 129 h 514"/>
                <a:gd name="T4" fmla="*/ 0 w 257"/>
                <a:gd name="T5" fmla="*/ 129 h 514"/>
                <a:gd name="T6" fmla="*/ 0 w 257"/>
                <a:gd name="T7" fmla="*/ 116 h 514"/>
                <a:gd name="T8" fmla="*/ 2 w 257"/>
                <a:gd name="T9" fmla="*/ 103 h 514"/>
                <a:gd name="T10" fmla="*/ 5 w 257"/>
                <a:gd name="T11" fmla="*/ 91 h 514"/>
                <a:gd name="T12" fmla="*/ 9 w 257"/>
                <a:gd name="T13" fmla="*/ 79 h 514"/>
                <a:gd name="T14" fmla="*/ 15 w 257"/>
                <a:gd name="T15" fmla="*/ 67 h 514"/>
                <a:gd name="T16" fmla="*/ 21 w 257"/>
                <a:gd name="T17" fmla="*/ 56 h 514"/>
                <a:gd name="T18" fmla="*/ 29 w 257"/>
                <a:gd name="T19" fmla="*/ 47 h 514"/>
                <a:gd name="T20" fmla="*/ 36 w 257"/>
                <a:gd name="T21" fmla="*/ 37 h 514"/>
                <a:gd name="T22" fmla="*/ 46 w 257"/>
                <a:gd name="T23" fmla="*/ 29 h 514"/>
                <a:gd name="T24" fmla="*/ 56 w 257"/>
                <a:gd name="T25" fmla="*/ 22 h 514"/>
                <a:gd name="T26" fmla="*/ 66 w 257"/>
                <a:gd name="T27" fmla="*/ 16 h 514"/>
                <a:gd name="T28" fmla="*/ 78 w 257"/>
                <a:gd name="T29" fmla="*/ 10 h 514"/>
                <a:gd name="T30" fmla="*/ 90 w 257"/>
                <a:gd name="T31" fmla="*/ 6 h 514"/>
                <a:gd name="T32" fmla="*/ 102 w 257"/>
                <a:gd name="T33" fmla="*/ 3 h 514"/>
                <a:gd name="T34" fmla="*/ 115 w 257"/>
                <a:gd name="T35" fmla="*/ 0 h 514"/>
                <a:gd name="T36" fmla="*/ 128 w 257"/>
                <a:gd name="T37" fmla="*/ 0 h 514"/>
                <a:gd name="T38" fmla="*/ 257 w 257"/>
                <a:gd name="T39" fmla="*/ 0 h 514"/>
                <a:gd name="T40" fmla="*/ 257 w 257"/>
                <a:gd name="T41" fmla="*/ 514 h 514"/>
                <a:gd name="T42" fmla="*/ 128 w 257"/>
                <a:gd name="T43" fmla="*/ 514 h 514"/>
                <a:gd name="T44" fmla="*/ 128 w 257"/>
                <a:gd name="T45" fmla="*/ 514 h 514"/>
                <a:gd name="T46" fmla="*/ 115 w 257"/>
                <a:gd name="T47" fmla="*/ 513 h 514"/>
                <a:gd name="T48" fmla="*/ 102 w 257"/>
                <a:gd name="T49" fmla="*/ 510 h 514"/>
                <a:gd name="T50" fmla="*/ 90 w 257"/>
                <a:gd name="T51" fmla="*/ 508 h 514"/>
                <a:gd name="T52" fmla="*/ 78 w 257"/>
                <a:gd name="T53" fmla="*/ 503 h 514"/>
                <a:gd name="T54" fmla="*/ 66 w 257"/>
                <a:gd name="T55" fmla="*/ 498 h 514"/>
                <a:gd name="T56" fmla="*/ 56 w 257"/>
                <a:gd name="T57" fmla="*/ 491 h 514"/>
                <a:gd name="T58" fmla="*/ 46 w 257"/>
                <a:gd name="T59" fmla="*/ 484 h 514"/>
                <a:gd name="T60" fmla="*/ 36 w 257"/>
                <a:gd name="T61" fmla="*/ 476 h 514"/>
                <a:gd name="T62" fmla="*/ 29 w 257"/>
                <a:gd name="T63" fmla="*/ 466 h 514"/>
                <a:gd name="T64" fmla="*/ 21 w 257"/>
                <a:gd name="T65" fmla="*/ 457 h 514"/>
                <a:gd name="T66" fmla="*/ 15 w 257"/>
                <a:gd name="T67" fmla="*/ 446 h 514"/>
                <a:gd name="T68" fmla="*/ 9 w 257"/>
                <a:gd name="T69" fmla="*/ 435 h 514"/>
                <a:gd name="T70" fmla="*/ 5 w 257"/>
                <a:gd name="T71" fmla="*/ 423 h 514"/>
                <a:gd name="T72" fmla="*/ 2 w 257"/>
                <a:gd name="T73" fmla="*/ 410 h 514"/>
                <a:gd name="T74" fmla="*/ 0 w 257"/>
                <a:gd name="T75" fmla="*/ 398 h 514"/>
                <a:gd name="T76" fmla="*/ 0 w 257"/>
                <a:gd name="T77" fmla="*/ 385 h 5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57" h="514">
                  <a:moveTo>
                    <a:pt x="0" y="385"/>
                  </a:moveTo>
                  <a:lnTo>
                    <a:pt x="0" y="129"/>
                  </a:lnTo>
                  <a:lnTo>
                    <a:pt x="0" y="129"/>
                  </a:lnTo>
                  <a:lnTo>
                    <a:pt x="0" y="116"/>
                  </a:lnTo>
                  <a:lnTo>
                    <a:pt x="2" y="103"/>
                  </a:lnTo>
                  <a:lnTo>
                    <a:pt x="5" y="91"/>
                  </a:lnTo>
                  <a:lnTo>
                    <a:pt x="9" y="79"/>
                  </a:lnTo>
                  <a:lnTo>
                    <a:pt x="15" y="67"/>
                  </a:lnTo>
                  <a:lnTo>
                    <a:pt x="21" y="56"/>
                  </a:lnTo>
                  <a:lnTo>
                    <a:pt x="29" y="47"/>
                  </a:lnTo>
                  <a:lnTo>
                    <a:pt x="36" y="37"/>
                  </a:lnTo>
                  <a:lnTo>
                    <a:pt x="46" y="29"/>
                  </a:lnTo>
                  <a:lnTo>
                    <a:pt x="56" y="22"/>
                  </a:lnTo>
                  <a:lnTo>
                    <a:pt x="66" y="16"/>
                  </a:lnTo>
                  <a:lnTo>
                    <a:pt x="78" y="10"/>
                  </a:lnTo>
                  <a:lnTo>
                    <a:pt x="90" y="6"/>
                  </a:lnTo>
                  <a:lnTo>
                    <a:pt x="102" y="3"/>
                  </a:lnTo>
                  <a:lnTo>
                    <a:pt x="115" y="0"/>
                  </a:lnTo>
                  <a:lnTo>
                    <a:pt x="128" y="0"/>
                  </a:lnTo>
                  <a:lnTo>
                    <a:pt x="257" y="0"/>
                  </a:lnTo>
                  <a:lnTo>
                    <a:pt x="257" y="514"/>
                  </a:lnTo>
                  <a:lnTo>
                    <a:pt x="128" y="514"/>
                  </a:lnTo>
                  <a:lnTo>
                    <a:pt x="128" y="514"/>
                  </a:lnTo>
                  <a:lnTo>
                    <a:pt x="115" y="513"/>
                  </a:lnTo>
                  <a:lnTo>
                    <a:pt x="102" y="510"/>
                  </a:lnTo>
                  <a:lnTo>
                    <a:pt x="90" y="508"/>
                  </a:lnTo>
                  <a:lnTo>
                    <a:pt x="78" y="503"/>
                  </a:lnTo>
                  <a:lnTo>
                    <a:pt x="66" y="498"/>
                  </a:lnTo>
                  <a:lnTo>
                    <a:pt x="56" y="491"/>
                  </a:lnTo>
                  <a:lnTo>
                    <a:pt x="46" y="484"/>
                  </a:lnTo>
                  <a:lnTo>
                    <a:pt x="36" y="476"/>
                  </a:lnTo>
                  <a:lnTo>
                    <a:pt x="29" y="466"/>
                  </a:lnTo>
                  <a:lnTo>
                    <a:pt x="21" y="457"/>
                  </a:lnTo>
                  <a:lnTo>
                    <a:pt x="15" y="446"/>
                  </a:lnTo>
                  <a:lnTo>
                    <a:pt x="9" y="435"/>
                  </a:lnTo>
                  <a:lnTo>
                    <a:pt x="5" y="423"/>
                  </a:lnTo>
                  <a:lnTo>
                    <a:pt x="2" y="410"/>
                  </a:lnTo>
                  <a:lnTo>
                    <a:pt x="0" y="398"/>
                  </a:lnTo>
                  <a:lnTo>
                    <a:pt x="0" y="385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0777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5389" algn="l" defTabSz="910777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0777" algn="l" defTabSz="910777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66167" algn="l" defTabSz="910777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1553" algn="l" defTabSz="910777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76941" algn="l" defTabSz="910777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32330" algn="l" defTabSz="910777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187720" algn="l" defTabSz="910777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43107" algn="l" defTabSz="910777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683083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GB" sz="1425" dirty="0">
                <a:solidFill>
                  <a:srgbClr val="555554"/>
                </a:solidFill>
                <a:latin typeface="Arial"/>
              </a:endParaRPr>
            </a:p>
          </p:txBody>
        </p:sp>
        <p:sp>
          <p:nvSpPr>
            <p:cNvPr id="37" name="Freeform 18">
              <a:extLst>
                <a:ext uri="{FF2B5EF4-FFF2-40B4-BE49-F238E27FC236}">
                  <a16:creationId xmlns:a16="http://schemas.microsoft.com/office/drawing/2014/main" id="{B075C538-D16E-2464-0D44-CF46E2E2EF2D}"/>
                </a:ext>
              </a:extLst>
            </p:cNvPr>
            <p:cNvSpPr>
              <a:spLocks/>
            </p:cNvSpPr>
            <p:nvPr/>
          </p:nvSpPr>
          <p:spPr bwMode="auto">
            <a:xfrm>
              <a:off x="1420925" y="3402603"/>
              <a:ext cx="990455" cy="3693200"/>
            </a:xfrm>
            <a:custGeom>
              <a:avLst/>
              <a:gdLst>
                <a:gd name="T0" fmla="*/ 256 w 256"/>
                <a:gd name="T1" fmla="*/ 385 h 514"/>
                <a:gd name="T2" fmla="*/ 256 w 256"/>
                <a:gd name="T3" fmla="*/ 128 h 514"/>
                <a:gd name="T4" fmla="*/ 256 w 256"/>
                <a:gd name="T5" fmla="*/ 128 h 514"/>
                <a:gd name="T6" fmla="*/ 255 w 256"/>
                <a:gd name="T7" fmla="*/ 115 h 514"/>
                <a:gd name="T8" fmla="*/ 253 w 256"/>
                <a:gd name="T9" fmla="*/ 103 h 514"/>
                <a:gd name="T10" fmla="*/ 250 w 256"/>
                <a:gd name="T11" fmla="*/ 90 h 514"/>
                <a:gd name="T12" fmla="*/ 246 w 256"/>
                <a:gd name="T13" fmla="*/ 78 h 514"/>
                <a:gd name="T14" fmla="*/ 241 w 256"/>
                <a:gd name="T15" fmla="*/ 67 h 514"/>
                <a:gd name="T16" fmla="*/ 234 w 256"/>
                <a:gd name="T17" fmla="*/ 56 h 514"/>
                <a:gd name="T18" fmla="*/ 227 w 256"/>
                <a:gd name="T19" fmla="*/ 47 h 514"/>
                <a:gd name="T20" fmla="*/ 218 w 256"/>
                <a:gd name="T21" fmla="*/ 37 h 514"/>
                <a:gd name="T22" fmla="*/ 210 w 256"/>
                <a:gd name="T23" fmla="*/ 29 h 514"/>
                <a:gd name="T24" fmla="*/ 199 w 256"/>
                <a:gd name="T25" fmla="*/ 22 h 514"/>
                <a:gd name="T26" fmla="*/ 188 w 256"/>
                <a:gd name="T27" fmla="*/ 16 h 514"/>
                <a:gd name="T28" fmla="*/ 178 w 256"/>
                <a:gd name="T29" fmla="*/ 10 h 514"/>
                <a:gd name="T30" fmla="*/ 166 w 256"/>
                <a:gd name="T31" fmla="*/ 6 h 514"/>
                <a:gd name="T32" fmla="*/ 154 w 256"/>
                <a:gd name="T33" fmla="*/ 3 h 514"/>
                <a:gd name="T34" fmla="*/ 141 w 256"/>
                <a:gd name="T35" fmla="*/ 0 h 514"/>
                <a:gd name="T36" fmla="*/ 128 w 256"/>
                <a:gd name="T37" fmla="*/ 0 h 514"/>
                <a:gd name="T38" fmla="*/ 0 w 256"/>
                <a:gd name="T39" fmla="*/ 0 h 514"/>
                <a:gd name="T40" fmla="*/ 0 w 256"/>
                <a:gd name="T41" fmla="*/ 514 h 514"/>
                <a:gd name="T42" fmla="*/ 128 w 256"/>
                <a:gd name="T43" fmla="*/ 514 h 514"/>
                <a:gd name="T44" fmla="*/ 128 w 256"/>
                <a:gd name="T45" fmla="*/ 514 h 514"/>
                <a:gd name="T46" fmla="*/ 141 w 256"/>
                <a:gd name="T47" fmla="*/ 513 h 514"/>
                <a:gd name="T48" fmla="*/ 154 w 256"/>
                <a:gd name="T49" fmla="*/ 510 h 514"/>
                <a:gd name="T50" fmla="*/ 166 w 256"/>
                <a:gd name="T51" fmla="*/ 508 h 514"/>
                <a:gd name="T52" fmla="*/ 178 w 256"/>
                <a:gd name="T53" fmla="*/ 503 h 514"/>
                <a:gd name="T54" fmla="*/ 188 w 256"/>
                <a:gd name="T55" fmla="*/ 498 h 514"/>
                <a:gd name="T56" fmla="*/ 199 w 256"/>
                <a:gd name="T57" fmla="*/ 491 h 514"/>
                <a:gd name="T58" fmla="*/ 210 w 256"/>
                <a:gd name="T59" fmla="*/ 484 h 514"/>
                <a:gd name="T60" fmla="*/ 218 w 256"/>
                <a:gd name="T61" fmla="*/ 476 h 514"/>
                <a:gd name="T62" fmla="*/ 227 w 256"/>
                <a:gd name="T63" fmla="*/ 466 h 514"/>
                <a:gd name="T64" fmla="*/ 234 w 256"/>
                <a:gd name="T65" fmla="*/ 457 h 514"/>
                <a:gd name="T66" fmla="*/ 241 w 256"/>
                <a:gd name="T67" fmla="*/ 446 h 514"/>
                <a:gd name="T68" fmla="*/ 246 w 256"/>
                <a:gd name="T69" fmla="*/ 435 h 514"/>
                <a:gd name="T70" fmla="*/ 250 w 256"/>
                <a:gd name="T71" fmla="*/ 423 h 514"/>
                <a:gd name="T72" fmla="*/ 253 w 256"/>
                <a:gd name="T73" fmla="*/ 411 h 514"/>
                <a:gd name="T74" fmla="*/ 255 w 256"/>
                <a:gd name="T75" fmla="*/ 398 h 514"/>
                <a:gd name="T76" fmla="*/ 256 w 256"/>
                <a:gd name="T77" fmla="*/ 385 h 5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56" h="514">
                  <a:moveTo>
                    <a:pt x="256" y="385"/>
                  </a:moveTo>
                  <a:lnTo>
                    <a:pt x="256" y="128"/>
                  </a:lnTo>
                  <a:lnTo>
                    <a:pt x="256" y="128"/>
                  </a:lnTo>
                  <a:lnTo>
                    <a:pt x="255" y="115"/>
                  </a:lnTo>
                  <a:lnTo>
                    <a:pt x="253" y="103"/>
                  </a:lnTo>
                  <a:lnTo>
                    <a:pt x="250" y="90"/>
                  </a:lnTo>
                  <a:lnTo>
                    <a:pt x="246" y="78"/>
                  </a:lnTo>
                  <a:lnTo>
                    <a:pt x="241" y="67"/>
                  </a:lnTo>
                  <a:lnTo>
                    <a:pt x="234" y="56"/>
                  </a:lnTo>
                  <a:lnTo>
                    <a:pt x="227" y="47"/>
                  </a:lnTo>
                  <a:lnTo>
                    <a:pt x="218" y="37"/>
                  </a:lnTo>
                  <a:lnTo>
                    <a:pt x="210" y="29"/>
                  </a:lnTo>
                  <a:lnTo>
                    <a:pt x="199" y="22"/>
                  </a:lnTo>
                  <a:lnTo>
                    <a:pt x="188" y="16"/>
                  </a:lnTo>
                  <a:lnTo>
                    <a:pt x="178" y="10"/>
                  </a:lnTo>
                  <a:lnTo>
                    <a:pt x="166" y="6"/>
                  </a:lnTo>
                  <a:lnTo>
                    <a:pt x="154" y="3"/>
                  </a:lnTo>
                  <a:lnTo>
                    <a:pt x="141" y="0"/>
                  </a:lnTo>
                  <a:lnTo>
                    <a:pt x="128" y="0"/>
                  </a:lnTo>
                  <a:lnTo>
                    <a:pt x="0" y="0"/>
                  </a:lnTo>
                  <a:lnTo>
                    <a:pt x="0" y="514"/>
                  </a:lnTo>
                  <a:lnTo>
                    <a:pt x="128" y="514"/>
                  </a:lnTo>
                  <a:lnTo>
                    <a:pt x="128" y="514"/>
                  </a:lnTo>
                  <a:lnTo>
                    <a:pt x="141" y="513"/>
                  </a:lnTo>
                  <a:lnTo>
                    <a:pt x="154" y="510"/>
                  </a:lnTo>
                  <a:lnTo>
                    <a:pt x="166" y="508"/>
                  </a:lnTo>
                  <a:lnTo>
                    <a:pt x="178" y="503"/>
                  </a:lnTo>
                  <a:lnTo>
                    <a:pt x="188" y="498"/>
                  </a:lnTo>
                  <a:lnTo>
                    <a:pt x="199" y="491"/>
                  </a:lnTo>
                  <a:lnTo>
                    <a:pt x="210" y="484"/>
                  </a:lnTo>
                  <a:lnTo>
                    <a:pt x="218" y="476"/>
                  </a:lnTo>
                  <a:lnTo>
                    <a:pt x="227" y="466"/>
                  </a:lnTo>
                  <a:lnTo>
                    <a:pt x="234" y="457"/>
                  </a:lnTo>
                  <a:lnTo>
                    <a:pt x="241" y="446"/>
                  </a:lnTo>
                  <a:lnTo>
                    <a:pt x="246" y="435"/>
                  </a:lnTo>
                  <a:lnTo>
                    <a:pt x="250" y="423"/>
                  </a:lnTo>
                  <a:lnTo>
                    <a:pt x="253" y="411"/>
                  </a:lnTo>
                  <a:lnTo>
                    <a:pt x="255" y="398"/>
                  </a:lnTo>
                  <a:lnTo>
                    <a:pt x="256" y="385"/>
                  </a:lnTo>
                  <a:close/>
                </a:path>
              </a:pathLst>
            </a:custGeom>
            <a:solidFill>
              <a:srgbClr val="CE202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0777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5389" algn="l" defTabSz="910777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0777" algn="l" defTabSz="910777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66167" algn="l" defTabSz="910777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1553" algn="l" defTabSz="910777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76941" algn="l" defTabSz="910777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32330" algn="l" defTabSz="910777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187720" algn="l" defTabSz="910777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43107" algn="l" defTabSz="910777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683083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GB" sz="1425" dirty="0">
                <a:solidFill>
                  <a:srgbClr val="555554"/>
                </a:solidFill>
                <a:latin typeface="Arial"/>
              </a:endParaRPr>
            </a:p>
          </p:txBody>
        </p:sp>
        <p:sp>
          <p:nvSpPr>
            <p:cNvPr id="38" name="Freeform 19">
              <a:extLst>
                <a:ext uri="{FF2B5EF4-FFF2-40B4-BE49-F238E27FC236}">
                  <a16:creationId xmlns:a16="http://schemas.microsoft.com/office/drawing/2014/main" id="{2D21711F-0470-FE80-DD17-DB5E781DF447}"/>
                </a:ext>
              </a:extLst>
            </p:cNvPr>
            <p:cNvSpPr>
              <a:spLocks/>
            </p:cNvSpPr>
            <p:nvPr/>
          </p:nvSpPr>
          <p:spPr bwMode="auto">
            <a:xfrm>
              <a:off x="1420925" y="3402603"/>
              <a:ext cx="749523" cy="1504622"/>
            </a:xfrm>
            <a:custGeom>
              <a:avLst/>
              <a:gdLst>
                <a:gd name="T0" fmla="*/ 256 w 256"/>
                <a:gd name="T1" fmla="*/ 385 h 514"/>
                <a:gd name="T2" fmla="*/ 256 w 256"/>
                <a:gd name="T3" fmla="*/ 128 h 514"/>
                <a:gd name="T4" fmla="*/ 256 w 256"/>
                <a:gd name="T5" fmla="*/ 128 h 514"/>
                <a:gd name="T6" fmla="*/ 255 w 256"/>
                <a:gd name="T7" fmla="*/ 115 h 514"/>
                <a:gd name="T8" fmla="*/ 253 w 256"/>
                <a:gd name="T9" fmla="*/ 103 h 514"/>
                <a:gd name="T10" fmla="*/ 250 w 256"/>
                <a:gd name="T11" fmla="*/ 90 h 514"/>
                <a:gd name="T12" fmla="*/ 246 w 256"/>
                <a:gd name="T13" fmla="*/ 78 h 514"/>
                <a:gd name="T14" fmla="*/ 241 w 256"/>
                <a:gd name="T15" fmla="*/ 67 h 514"/>
                <a:gd name="T16" fmla="*/ 234 w 256"/>
                <a:gd name="T17" fmla="*/ 56 h 514"/>
                <a:gd name="T18" fmla="*/ 227 w 256"/>
                <a:gd name="T19" fmla="*/ 47 h 514"/>
                <a:gd name="T20" fmla="*/ 218 w 256"/>
                <a:gd name="T21" fmla="*/ 37 h 514"/>
                <a:gd name="T22" fmla="*/ 210 w 256"/>
                <a:gd name="T23" fmla="*/ 29 h 514"/>
                <a:gd name="T24" fmla="*/ 199 w 256"/>
                <a:gd name="T25" fmla="*/ 22 h 514"/>
                <a:gd name="T26" fmla="*/ 188 w 256"/>
                <a:gd name="T27" fmla="*/ 16 h 514"/>
                <a:gd name="T28" fmla="*/ 178 w 256"/>
                <a:gd name="T29" fmla="*/ 10 h 514"/>
                <a:gd name="T30" fmla="*/ 166 w 256"/>
                <a:gd name="T31" fmla="*/ 6 h 514"/>
                <a:gd name="T32" fmla="*/ 154 w 256"/>
                <a:gd name="T33" fmla="*/ 3 h 514"/>
                <a:gd name="T34" fmla="*/ 141 w 256"/>
                <a:gd name="T35" fmla="*/ 0 h 514"/>
                <a:gd name="T36" fmla="*/ 128 w 256"/>
                <a:gd name="T37" fmla="*/ 0 h 514"/>
                <a:gd name="T38" fmla="*/ 0 w 256"/>
                <a:gd name="T39" fmla="*/ 0 h 514"/>
                <a:gd name="T40" fmla="*/ 0 w 256"/>
                <a:gd name="T41" fmla="*/ 514 h 514"/>
                <a:gd name="T42" fmla="*/ 128 w 256"/>
                <a:gd name="T43" fmla="*/ 514 h 514"/>
                <a:gd name="T44" fmla="*/ 128 w 256"/>
                <a:gd name="T45" fmla="*/ 514 h 514"/>
                <a:gd name="T46" fmla="*/ 141 w 256"/>
                <a:gd name="T47" fmla="*/ 513 h 514"/>
                <a:gd name="T48" fmla="*/ 154 w 256"/>
                <a:gd name="T49" fmla="*/ 510 h 514"/>
                <a:gd name="T50" fmla="*/ 166 w 256"/>
                <a:gd name="T51" fmla="*/ 508 h 514"/>
                <a:gd name="T52" fmla="*/ 178 w 256"/>
                <a:gd name="T53" fmla="*/ 503 h 514"/>
                <a:gd name="T54" fmla="*/ 188 w 256"/>
                <a:gd name="T55" fmla="*/ 498 h 514"/>
                <a:gd name="T56" fmla="*/ 199 w 256"/>
                <a:gd name="T57" fmla="*/ 491 h 514"/>
                <a:gd name="T58" fmla="*/ 210 w 256"/>
                <a:gd name="T59" fmla="*/ 484 h 514"/>
                <a:gd name="T60" fmla="*/ 218 w 256"/>
                <a:gd name="T61" fmla="*/ 476 h 514"/>
                <a:gd name="T62" fmla="*/ 227 w 256"/>
                <a:gd name="T63" fmla="*/ 466 h 514"/>
                <a:gd name="T64" fmla="*/ 234 w 256"/>
                <a:gd name="T65" fmla="*/ 457 h 514"/>
                <a:gd name="T66" fmla="*/ 241 w 256"/>
                <a:gd name="T67" fmla="*/ 446 h 514"/>
                <a:gd name="T68" fmla="*/ 246 w 256"/>
                <a:gd name="T69" fmla="*/ 435 h 514"/>
                <a:gd name="T70" fmla="*/ 250 w 256"/>
                <a:gd name="T71" fmla="*/ 423 h 514"/>
                <a:gd name="T72" fmla="*/ 253 w 256"/>
                <a:gd name="T73" fmla="*/ 411 h 514"/>
                <a:gd name="T74" fmla="*/ 255 w 256"/>
                <a:gd name="T75" fmla="*/ 398 h 514"/>
                <a:gd name="T76" fmla="*/ 256 w 256"/>
                <a:gd name="T77" fmla="*/ 385 h 5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56" h="514">
                  <a:moveTo>
                    <a:pt x="256" y="385"/>
                  </a:moveTo>
                  <a:lnTo>
                    <a:pt x="256" y="128"/>
                  </a:lnTo>
                  <a:lnTo>
                    <a:pt x="256" y="128"/>
                  </a:lnTo>
                  <a:lnTo>
                    <a:pt x="255" y="115"/>
                  </a:lnTo>
                  <a:lnTo>
                    <a:pt x="253" y="103"/>
                  </a:lnTo>
                  <a:lnTo>
                    <a:pt x="250" y="90"/>
                  </a:lnTo>
                  <a:lnTo>
                    <a:pt x="246" y="78"/>
                  </a:lnTo>
                  <a:lnTo>
                    <a:pt x="241" y="67"/>
                  </a:lnTo>
                  <a:lnTo>
                    <a:pt x="234" y="56"/>
                  </a:lnTo>
                  <a:lnTo>
                    <a:pt x="227" y="47"/>
                  </a:lnTo>
                  <a:lnTo>
                    <a:pt x="218" y="37"/>
                  </a:lnTo>
                  <a:lnTo>
                    <a:pt x="210" y="29"/>
                  </a:lnTo>
                  <a:lnTo>
                    <a:pt x="199" y="22"/>
                  </a:lnTo>
                  <a:lnTo>
                    <a:pt x="188" y="16"/>
                  </a:lnTo>
                  <a:lnTo>
                    <a:pt x="178" y="10"/>
                  </a:lnTo>
                  <a:lnTo>
                    <a:pt x="166" y="6"/>
                  </a:lnTo>
                  <a:lnTo>
                    <a:pt x="154" y="3"/>
                  </a:lnTo>
                  <a:lnTo>
                    <a:pt x="141" y="0"/>
                  </a:lnTo>
                  <a:lnTo>
                    <a:pt x="128" y="0"/>
                  </a:lnTo>
                  <a:lnTo>
                    <a:pt x="0" y="0"/>
                  </a:lnTo>
                  <a:lnTo>
                    <a:pt x="0" y="514"/>
                  </a:lnTo>
                  <a:lnTo>
                    <a:pt x="128" y="514"/>
                  </a:lnTo>
                  <a:lnTo>
                    <a:pt x="128" y="514"/>
                  </a:lnTo>
                  <a:lnTo>
                    <a:pt x="141" y="513"/>
                  </a:lnTo>
                  <a:lnTo>
                    <a:pt x="154" y="510"/>
                  </a:lnTo>
                  <a:lnTo>
                    <a:pt x="166" y="508"/>
                  </a:lnTo>
                  <a:lnTo>
                    <a:pt x="178" y="503"/>
                  </a:lnTo>
                  <a:lnTo>
                    <a:pt x="188" y="498"/>
                  </a:lnTo>
                  <a:lnTo>
                    <a:pt x="199" y="491"/>
                  </a:lnTo>
                  <a:lnTo>
                    <a:pt x="210" y="484"/>
                  </a:lnTo>
                  <a:lnTo>
                    <a:pt x="218" y="476"/>
                  </a:lnTo>
                  <a:lnTo>
                    <a:pt x="227" y="466"/>
                  </a:lnTo>
                  <a:lnTo>
                    <a:pt x="234" y="457"/>
                  </a:lnTo>
                  <a:lnTo>
                    <a:pt x="241" y="446"/>
                  </a:lnTo>
                  <a:lnTo>
                    <a:pt x="246" y="435"/>
                  </a:lnTo>
                  <a:lnTo>
                    <a:pt x="250" y="423"/>
                  </a:lnTo>
                  <a:lnTo>
                    <a:pt x="253" y="411"/>
                  </a:lnTo>
                  <a:lnTo>
                    <a:pt x="255" y="398"/>
                  </a:lnTo>
                  <a:lnTo>
                    <a:pt x="256" y="385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0777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5389" algn="l" defTabSz="910777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0777" algn="l" defTabSz="910777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66167" algn="l" defTabSz="910777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1553" algn="l" defTabSz="910777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76941" algn="l" defTabSz="910777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32330" algn="l" defTabSz="910777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187720" algn="l" defTabSz="910777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43107" algn="l" defTabSz="910777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683083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GB" sz="1425" dirty="0">
                <a:solidFill>
                  <a:srgbClr val="555554"/>
                </a:solidFill>
                <a:latin typeface="Arial"/>
              </a:endParaRPr>
            </a:p>
          </p:txBody>
        </p:sp>
        <p:sp>
          <p:nvSpPr>
            <p:cNvPr id="39" name="Freeform 20">
              <a:extLst>
                <a:ext uri="{FF2B5EF4-FFF2-40B4-BE49-F238E27FC236}">
                  <a16:creationId xmlns:a16="http://schemas.microsoft.com/office/drawing/2014/main" id="{B0082F00-0DD2-641C-0256-B93F649D395F}"/>
                </a:ext>
              </a:extLst>
            </p:cNvPr>
            <p:cNvSpPr>
              <a:spLocks/>
            </p:cNvSpPr>
            <p:nvPr/>
          </p:nvSpPr>
          <p:spPr bwMode="auto">
            <a:xfrm>
              <a:off x="556964" y="1502963"/>
              <a:ext cx="1446347" cy="1914442"/>
            </a:xfrm>
            <a:custGeom>
              <a:avLst/>
              <a:gdLst>
                <a:gd name="T0" fmla="*/ 450 w 494"/>
                <a:gd name="T1" fmla="*/ 56 h 654"/>
                <a:gd name="T2" fmla="*/ 462 w 494"/>
                <a:gd name="T3" fmla="*/ 73 h 654"/>
                <a:gd name="T4" fmla="*/ 471 w 494"/>
                <a:gd name="T5" fmla="*/ 92 h 654"/>
                <a:gd name="T6" fmla="*/ 485 w 494"/>
                <a:gd name="T7" fmla="*/ 139 h 654"/>
                <a:gd name="T8" fmla="*/ 493 w 494"/>
                <a:gd name="T9" fmla="*/ 195 h 654"/>
                <a:gd name="T10" fmla="*/ 493 w 494"/>
                <a:gd name="T11" fmla="*/ 254 h 654"/>
                <a:gd name="T12" fmla="*/ 489 w 494"/>
                <a:gd name="T13" fmla="*/ 315 h 654"/>
                <a:gd name="T14" fmla="*/ 480 w 494"/>
                <a:gd name="T15" fmla="*/ 371 h 654"/>
                <a:gd name="T16" fmla="*/ 466 w 494"/>
                <a:gd name="T17" fmla="*/ 419 h 654"/>
                <a:gd name="T18" fmla="*/ 450 w 494"/>
                <a:gd name="T19" fmla="*/ 455 h 654"/>
                <a:gd name="T20" fmla="*/ 433 w 494"/>
                <a:gd name="T21" fmla="*/ 482 h 654"/>
                <a:gd name="T22" fmla="*/ 390 w 494"/>
                <a:gd name="T23" fmla="*/ 546 h 654"/>
                <a:gd name="T24" fmla="*/ 364 w 494"/>
                <a:gd name="T25" fmla="*/ 577 h 654"/>
                <a:gd name="T26" fmla="*/ 336 w 494"/>
                <a:gd name="T27" fmla="*/ 606 h 654"/>
                <a:gd name="T28" fmla="*/ 308 w 494"/>
                <a:gd name="T29" fmla="*/ 629 h 654"/>
                <a:gd name="T30" fmla="*/ 279 w 494"/>
                <a:gd name="T31" fmla="*/ 645 h 654"/>
                <a:gd name="T32" fmla="*/ 251 w 494"/>
                <a:gd name="T33" fmla="*/ 654 h 654"/>
                <a:gd name="T34" fmla="*/ 236 w 494"/>
                <a:gd name="T35" fmla="*/ 651 h 654"/>
                <a:gd name="T36" fmla="*/ 207 w 494"/>
                <a:gd name="T37" fmla="*/ 639 h 654"/>
                <a:gd name="T38" fmla="*/ 177 w 494"/>
                <a:gd name="T39" fmla="*/ 620 h 654"/>
                <a:gd name="T40" fmla="*/ 148 w 494"/>
                <a:gd name="T41" fmla="*/ 595 h 654"/>
                <a:gd name="T42" fmla="*/ 122 w 494"/>
                <a:gd name="T43" fmla="*/ 567 h 654"/>
                <a:gd name="T44" fmla="*/ 98 w 494"/>
                <a:gd name="T45" fmla="*/ 534 h 654"/>
                <a:gd name="T46" fmla="*/ 67 w 494"/>
                <a:gd name="T47" fmla="*/ 486 h 654"/>
                <a:gd name="T48" fmla="*/ 52 w 494"/>
                <a:gd name="T49" fmla="*/ 455 h 654"/>
                <a:gd name="T50" fmla="*/ 34 w 494"/>
                <a:gd name="T51" fmla="*/ 408 h 654"/>
                <a:gd name="T52" fmla="*/ 18 w 494"/>
                <a:gd name="T53" fmla="*/ 356 h 654"/>
                <a:gd name="T54" fmla="*/ 7 w 494"/>
                <a:gd name="T55" fmla="*/ 300 h 654"/>
                <a:gd name="T56" fmla="*/ 1 w 494"/>
                <a:gd name="T57" fmla="*/ 242 h 654"/>
                <a:gd name="T58" fmla="*/ 1 w 494"/>
                <a:gd name="T59" fmla="*/ 188 h 654"/>
                <a:gd name="T60" fmla="*/ 10 w 494"/>
                <a:gd name="T61" fmla="*/ 136 h 654"/>
                <a:gd name="T62" fmla="*/ 21 w 494"/>
                <a:gd name="T63" fmla="*/ 102 h 654"/>
                <a:gd name="T64" fmla="*/ 31 w 494"/>
                <a:gd name="T65" fmla="*/ 83 h 654"/>
                <a:gd name="T66" fmla="*/ 44 w 494"/>
                <a:gd name="T67" fmla="*/ 65 h 654"/>
                <a:gd name="T68" fmla="*/ 52 w 494"/>
                <a:gd name="T69" fmla="*/ 56 h 654"/>
                <a:gd name="T70" fmla="*/ 69 w 494"/>
                <a:gd name="T71" fmla="*/ 43 h 654"/>
                <a:gd name="T72" fmla="*/ 91 w 494"/>
                <a:gd name="T73" fmla="*/ 31 h 654"/>
                <a:gd name="T74" fmla="*/ 140 w 494"/>
                <a:gd name="T75" fmla="*/ 14 h 654"/>
                <a:gd name="T76" fmla="*/ 197 w 494"/>
                <a:gd name="T77" fmla="*/ 3 h 654"/>
                <a:gd name="T78" fmla="*/ 257 w 494"/>
                <a:gd name="T79" fmla="*/ 0 h 654"/>
                <a:gd name="T80" fmla="*/ 316 w 494"/>
                <a:gd name="T81" fmla="*/ 4 h 654"/>
                <a:gd name="T82" fmla="*/ 371 w 494"/>
                <a:gd name="T83" fmla="*/ 15 h 654"/>
                <a:gd name="T84" fmla="*/ 416 w 494"/>
                <a:gd name="T85" fmla="*/ 33 h 654"/>
                <a:gd name="T86" fmla="*/ 435 w 494"/>
                <a:gd name="T87" fmla="*/ 43 h 654"/>
                <a:gd name="T88" fmla="*/ 450 w 494"/>
                <a:gd name="T89" fmla="*/ 56 h 6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494" h="654">
                  <a:moveTo>
                    <a:pt x="450" y="56"/>
                  </a:moveTo>
                  <a:lnTo>
                    <a:pt x="450" y="56"/>
                  </a:lnTo>
                  <a:lnTo>
                    <a:pt x="456" y="65"/>
                  </a:lnTo>
                  <a:lnTo>
                    <a:pt x="462" y="73"/>
                  </a:lnTo>
                  <a:lnTo>
                    <a:pt x="466" y="82"/>
                  </a:lnTo>
                  <a:lnTo>
                    <a:pt x="471" y="92"/>
                  </a:lnTo>
                  <a:lnTo>
                    <a:pt x="480" y="114"/>
                  </a:lnTo>
                  <a:lnTo>
                    <a:pt x="485" y="139"/>
                  </a:lnTo>
                  <a:lnTo>
                    <a:pt x="489" y="166"/>
                  </a:lnTo>
                  <a:lnTo>
                    <a:pt x="493" y="195"/>
                  </a:lnTo>
                  <a:lnTo>
                    <a:pt x="494" y="225"/>
                  </a:lnTo>
                  <a:lnTo>
                    <a:pt x="493" y="254"/>
                  </a:lnTo>
                  <a:lnTo>
                    <a:pt x="491" y="285"/>
                  </a:lnTo>
                  <a:lnTo>
                    <a:pt x="489" y="315"/>
                  </a:lnTo>
                  <a:lnTo>
                    <a:pt x="484" y="344"/>
                  </a:lnTo>
                  <a:lnTo>
                    <a:pt x="480" y="371"/>
                  </a:lnTo>
                  <a:lnTo>
                    <a:pt x="474" y="396"/>
                  </a:lnTo>
                  <a:lnTo>
                    <a:pt x="466" y="419"/>
                  </a:lnTo>
                  <a:lnTo>
                    <a:pt x="458" y="438"/>
                  </a:lnTo>
                  <a:lnTo>
                    <a:pt x="450" y="455"/>
                  </a:lnTo>
                  <a:lnTo>
                    <a:pt x="450" y="455"/>
                  </a:lnTo>
                  <a:lnTo>
                    <a:pt x="433" y="482"/>
                  </a:lnTo>
                  <a:lnTo>
                    <a:pt x="413" y="514"/>
                  </a:lnTo>
                  <a:lnTo>
                    <a:pt x="390" y="546"/>
                  </a:lnTo>
                  <a:lnTo>
                    <a:pt x="377" y="562"/>
                  </a:lnTo>
                  <a:lnTo>
                    <a:pt x="364" y="577"/>
                  </a:lnTo>
                  <a:lnTo>
                    <a:pt x="351" y="592"/>
                  </a:lnTo>
                  <a:lnTo>
                    <a:pt x="336" y="606"/>
                  </a:lnTo>
                  <a:lnTo>
                    <a:pt x="322" y="618"/>
                  </a:lnTo>
                  <a:lnTo>
                    <a:pt x="308" y="629"/>
                  </a:lnTo>
                  <a:lnTo>
                    <a:pt x="294" y="638"/>
                  </a:lnTo>
                  <a:lnTo>
                    <a:pt x="279" y="645"/>
                  </a:lnTo>
                  <a:lnTo>
                    <a:pt x="265" y="651"/>
                  </a:lnTo>
                  <a:lnTo>
                    <a:pt x="251" y="654"/>
                  </a:lnTo>
                  <a:lnTo>
                    <a:pt x="251" y="654"/>
                  </a:lnTo>
                  <a:lnTo>
                    <a:pt x="236" y="651"/>
                  </a:lnTo>
                  <a:lnTo>
                    <a:pt x="221" y="646"/>
                  </a:lnTo>
                  <a:lnTo>
                    <a:pt x="207" y="639"/>
                  </a:lnTo>
                  <a:lnTo>
                    <a:pt x="191" y="631"/>
                  </a:lnTo>
                  <a:lnTo>
                    <a:pt x="177" y="620"/>
                  </a:lnTo>
                  <a:lnTo>
                    <a:pt x="162" y="608"/>
                  </a:lnTo>
                  <a:lnTo>
                    <a:pt x="148" y="595"/>
                  </a:lnTo>
                  <a:lnTo>
                    <a:pt x="135" y="581"/>
                  </a:lnTo>
                  <a:lnTo>
                    <a:pt x="122" y="567"/>
                  </a:lnTo>
                  <a:lnTo>
                    <a:pt x="110" y="550"/>
                  </a:lnTo>
                  <a:lnTo>
                    <a:pt x="98" y="534"/>
                  </a:lnTo>
                  <a:lnTo>
                    <a:pt x="87" y="518"/>
                  </a:lnTo>
                  <a:lnTo>
                    <a:pt x="67" y="486"/>
                  </a:lnTo>
                  <a:lnTo>
                    <a:pt x="52" y="455"/>
                  </a:lnTo>
                  <a:lnTo>
                    <a:pt x="52" y="455"/>
                  </a:lnTo>
                  <a:lnTo>
                    <a:pt x="42" y="432"/>
                  </a:lnTo>
                  <a:lnTo>
                    <a:pt x="34" y="408"/>
                  </a:lnTo>
                  <a:lnTo>
                    <a:pt x="25" y="383"/>
                  </a:lnTo>
                  <a:lnTo>
                    <a:pt x="18" y="356"/>
                  </a:lnTo>
                  <a:lnTo>
                    <a:pt x="12" y="328"/>
                  </a:lnTo>
                  <a:lnTo>
                    <a:pt x="7" y="300"/>
                  </a:lnTo>
                  <a:lnTo>
                    <a:pt x="4" y="271"/>
                  </a:lnTo>
                  <a:lnTo>
                    <a:pt x="1" y="242"/>
                  </a:lnTo>
                  <a:lnTo>
                    <a:pt x="0" y="215"/>
                  </a:lnTo>
                  <a:lnTo>
                    <a:pt x="1" y="188"/>
                  </a:lnTo>
                  <a:lnTo>
                    <a:pt x="5" y="161"/>
                  </a:lnTo>
                  <a:lnTo>
                    <a:pt x="10" y="136"/>
                  </a:lnTo>
                  <a:lnTo>
                    <a:pt x="17" y="113"/>
                  </a:lnTo>
                  <a:lnTo>
                    <a:pt x="21" y="102"/>
                  </a:lnTo>
                  <a:lnTo>
                    <a:pt x="27" y="92"/>
                  </a:lnTo>
                  <a:lnTo>
                    <a:pt x="31" y="83"/>
                  </a:lnTo>
                  <a:lnTo>
                    <a:pt x="37" y="73"/>
                  </a:lnTo>
                  <a:lnTo>
                    <a:pt x="44" y="65"/>
                  </a:lnTo>
                  <a:lnTo>
                    <a:pt x="52" y="56"/>
                  </a:lnTo>
                  <a:lnTo>
                    <a:pt x="52" y="56"/>
                  </a:lnTo>
                  <a:lnTo>
                    <a:pt x="60" y="49"/>
                  </a:lnTo>
                  <a:lnTo>
                    <a:pt x="69" y="43"/>
                  </a:lnTo>
                  <a:lnTo>
                    <a:pt x="80" y="37"/>
                  </a:lnTo>
                  <a:lnTo>
                    <a:pt x="91" y="31"/>
                  </a:lnTo>
                  <a:lnTo>
                    <a:pt x="114" y="22"/>
                  </a:lnTo>
                  <a:lnTo>
                    <a:pt x="140" y="14"/>
                  </a:lnTo>
                  <a:lnTo>
                    <a:pt x="167" y="8"/>
                  </a:lnTo>
                  <a:lnTo>
                    <a:pt x="197" y="3"/>
                  </a:lnTo>
                  <a:lnTo>
                    <a:pt x="227" y="0"/>
                  </a:lnTo>
                  <a:lnTo>
                    <a:pt x="257" y="0"/>
                  </a:lnTo>
                  <a:lnTo>
                    <a:pt x="286" y="2"/>
                  </a:lnTo>
                  <a:lnTo>
                    <a:pt x="316" y="4"/>
                  </a:lnTo>
                  <a:lnTo>
                    <a:pt x="345" y="9"/>
                  </a:lnTo>
                  <a:lnTo>
                    <a:pt x="371" y="15"/>
                  </a:lnTo>
                  <a:lnTo>
                    <a:pt x="395" y="23"/>
                  </a:lnTo>
                  <a:lnTo>
                    <a:pt x="416" y="33"/>
                  </a:lnTo>
                  <a:lnTo>
                    <a:pt x="426" y="39"/>
                  </a:lnTo>
                  <a:lnTo>
                    <a:pt x="435" y="43"/>
                  </a:lnTo>
                  <a:lnTo>
                    <a:pt x="443" y="51"/>
                  </a:lnTo>
                  <a:lnTo>
                    <a:pt x="450" y="56"/>
                  </a:lnTo>
                  <a:lnTo>
                    <a:pt x="450" y="56"/>
                  </a:lnTo>
                  <a:close/>
                </a:path>
              </a:pathLst>
            </a:custGeom>
            <a:solidFill>
              <a:srgbClr val="E5A95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0777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5389" algn="l" defTabSz="910777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0777" algn="l" defTabSz="910777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66167" algn="l" defTabSz="910777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1553" algn="l" defTabSz="910777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76941" algn="l" defTabSz="910777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32330" algn="l" defTabSz="910777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187720" algn="l" defTabSz="910777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43107" algn="l" defTabSz="910777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683083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GB" sz="1425" dirty="0">
                <a:solidFill>
                  <a:srgbClr val="555554"/>
                </a:solidFill>
                <a:latin typeface="Arial"/>
              </a:endParaRPr>
            </a:p>
          </p:txBody>
        </p:sp>
        <p:sp>
          <p:nvSpPr>
            <p:cNvPr id="40" name="Freeform 21">
              <a:extLst>
                <a:ext uri="{FF2B5EF4-FFF2-40B4-BE49-F238E27FC236}">
                  <a16:creationId xmlns:a16="http://schemas.microsoft.com/office/drawing/2014/main" id="{936D65DA-039A-7B03-D8F3-9D79547AD7E7}"/>
                </a:ext>
              </a:extLst>
            </p:cNvPr>
            <p:cNvSpPr>
              <a:spLocks/>
            </p:cNvSpPr>
            <p:nvPr/>
          </p:nvSpPr>
          <p:spPr bwMode="auto">
            <a:xfrm>
              <a:off x="1338127" y="1501499"/>
              <a:ext cx="767090" cy="1917370"/>
            </a:xfrm>
            <a:custGeom>
              <a:avLst/>
              <a:gdLst>
                <a:gd name="T0" fmla="*/ 223 w 262"/>
                <a:gd name="T1" fmla="*/ 57 h 655"/>
                <a:gd name="T2" fmla="*/ 233 w 262"/>
                <a:gd name="T3" fmla="*/ 71 h 655"/>
                <a:gd name="T4" fmla="*/ 242 w 262"/>
                <a:gd name="T5" fmla="*/ 88 h 655"/>
                <a:gd name="T6" fmla="*/ 254 w 262"/>
                <a:gd name="T7" fmla="*/ 134 h 655"/>
                <a:gd name="T8" fmla="*/ 261 w 262"/>
                <a:gd name="T9" fmla="*/ 189 h 655"/>
                <a:gd name="T10" fmla="*/ 262 w 262"/>
                <a:gd name="T11" fmla="*/ 249 h 655"/>
                <a:gd name="T12" fmla="*/ 260 w 262"/>
                <a:gd name="T13" fmla="*/ 311 h 655"/>
                <a:gd name="T14" fmla="*/ 251 w 262"/>
                <a:gd name="T15" fmla="*/ 370 h 655"/>
                <a:gd name="T16" fmla="*/ 238 w 262"/>
                <a:gd name="T17" fmla="*/ 419 h 655"/>
                <a:gd name="T18" fmla="*/ 223 w 262"/>
                <a:gd name="T19" fmla="*/ 456 h 655"/>
                <a:gd name="T20" fmla="*/ 206 w 262"/>
                <a:gd name="T21" fmla="*/ 483 h 655"/>
                <a:gd name="T22" fmla="*/ 163 w 262"/>
                <a:gd name="T23" fmla="*/ 547 h 655"/>
                <a:gd name="T24" fmla="*/ 137 w 262"/>
                <a:gd name="T25" fmla="*/ 578 h 655"/>
                <a:gd name="T26" fmla="*/ 109 w 262"/>
                <a:gd name="T27" fmla="*/ 607 h 655"/>
                <a:gd name="T28" fmla="*/ 81 w 262"/>
                <a:gd name="T29" fmla="*/ 630 h 655"/>
                <a:gd name="T30" fmla="*/ 52 w 262"/>
                <a:gd name="T31" fmla="*/ 646 h 655"/>
                <a:gd name="T32" fmla="*/ 24 w 262"/>
                <a:gd name="T33" fmla="*/ 655 h 655"/>
                <a:gd name="T34" fmla="*/ 21 w 262"/>
                <a:gd name="T35" fmla="*/ 646 h 655"/>
                <a:gd name="T36" fmla="*/ 13 w 262"/>
                <a:gd name="T37" fmla="*/ 608 h 655"/>
                <a:gd name="T38" fmla="*/ 6 w 262"/>
                <a:gd name="T39" fmla="*/ 534 h 655"/>
                <a:gd name="T40" fmla="*/ 1 w 262"/>
                <a:gd name="T41" fmla="*/ 441 h 655"/>
                <a:gd name="T42" fmla="*/ 0 w 262"/>
                <a:gd name="T43" fmla="*/ 336 h 655"/>
                <a:gd name="T44" fmla="*/ 2 w 262"/>
                <a:gd name="T45" fmla="*/ 231 h 655"/>
                <a:gd name="T46" fmla="*/ 7 w 262"/>
                <a:gd name="T47" fmla="*/ 135 h 655"/>
                <a:gd name="T48" fmla="*/ 14 w 262"/>
                <a:gd name="T49" fmla="*/ 55 h 655"/>
                <a:gd name="T50" fmla="*/ 26 w 262"/>
                <a:gd name="T51" fmla="*/ 1 h 655"/>
                <a:gd name="T52" fmla="*/ 49 w 262"/>
                <a:gd name="T53" fmla="*/ 0 h 655"/>
                <a:gd name="T54" fmla="*/ 100 w 262"/>
                <a:gd name="T55" fmla="*/ 3 h 655"/>
                <a:gd name="T56" fmla="*/ 138 w 262"/>
                <a:gd name="T57" fmla="*/ 10 h 655"/>
                <a:gd name="T58" fmla="*/ 163 w 262"/>
                <a:gd name="T59" fmla="*/ 19 h 655"/>
                <a:gd name="T60" fmla="*/ 188 w 262"/>
                <a:gd name="T61" fmla="*/ 31 h 655"/>
                <a:gd name="T62" fmla="*/ 212 w 262"/>
                <a:gd name="T63" fmla="*/ 48 h 655"/>
                <a:gd name="T64" fmla="*/ 223 w 262"/>
                <a:gd name="T65" fmla="*/ 57 h 6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62" h="655">
                  <a:moveTo>
                    <a:pt x="223" y="57"/>
                  </a:moveTo>
                  <a:lnTo>
                    <a:pt x="223" y="57"/>
                  </a:lnTo>
                  <a:lnTo>
                    <a:pt x="229" y="63"/>
                  </a:lnTo>
                  <a:lnTo>
                    <a:pt x="233" y="71"/>
                  </a:lnTo>
                  <a:lnTo>
                    <a:pt x="237" y="79"/>
                  </a:lnTo>
                  <a:lnTo>
                    <a:pt x="242" y="88"/>
                  </a:lnTo>
                  <a:lnTo>
                    <a:pt x="249" y="110"/>
                  </a:lnTo>
                  <a:lnTo>
                    <a:pt x="254" y="134"/>
                  </a:lnTo>
                  <a:lnTo>
                    <a:pt x="258" y="160"/>
                  </a:lnTo>
                  <a:lnTo>
                    <a:pt x="261" y="189"/>
                  </a:lnTo>
                  <a:lnTo>
                    <a:pt x="262" y="218"/>
                  </a:lnTo>
                  <a:lnTo>
                    <a:pt x="262" y="249"/>
                  </a:lnTo>
                  <a:lnTo>
                    <a:pt x="261" y="280"/>
                  </a:lnTo>
                  <a:lnTo>
                    <a:pt x="260" y="311"/>
                  </a:lnTo>
                  <a:lnTo>
                    <a:pt x="256" y="341"/>
                  </a:lnTo>
                  <a:lnTo>
                    <a:pt x="251" y="370"/>
                  </a:lnTo>
                  <a:lnTo>
                    <a:pt x="245" y="396"/>
                  </a:lnTo>
                  <a:lnTo>
                    <a:pt x="238" y="419"/>
                  </a:lnTo>
                  <a:lnTo>
                    <a:pt x="231" y="439"/>
                  </a:lnTo>
                  <a:lnTo>
                    <a:pt x="223" y="456"/>
                  </a:lnTo>
                  <a:lnTo>
                    <a:pt x="223" y="456"/>
                  </a:lnTo>
                  <a:lnTo>
                    <a:pt x="206" y="483"/>
                  </a:lnTo>
                  <a:lnTo>
                    <a:pt x="186" y="515"/>
                  </a:lnTo>
                  <a:lnTo>
                    <a:pt x="163" y="547"/>
                  </a:lnTo>
                  <a:lnTo>
                    <a:pt x="150" y="563"/>
                  </a:lnTo>
                  <a:lnTo>
                    <a:pt x="137" y="578"/>
                  </a:lnTo>
                  <a:lnTo>
                    <a:pt x="124" y="593"/>
                  </a:lnTo>
                  <a:lnTo>
                    <a:pt x="109" y="607"/>
                  </a:lnTo>
                  <a:lnTo>
                    <a:pt x="95" y="619"/>
                  </a:lnTo>
                  <a:lnTo>
                    <a:pt x="81" y="630"/>
                  </a:lnTo>
                  <a:lnTo>
                    <a:pt x="67" y="639"/>
                  </a:lnTo>
                  <a:lnTo>
                    <a:pt x="52" y="646"/>
                  </a:lnTo>
                  <a:lnTo>
                    <a:pt x="38" y="652"/>
                  </a:lnTo>
                  <a:lnTo>
                    <a:pt x="24" y="655"/>
                  </a:lnTo>
                  <a:lnTo>
                    <a:pt x="24" y="655"/>
                  </a:lnTo>
                  <a:lnTo>
                    <a:pt x="21" y="646"/>
                  </a:lnTo>
                  <a:lnTo>
                    <a:pt x="18" y="636"/>
                  </a:lnTo>
                  <a:lnTo>
                    <a:pt x="13" y="608"/>
                  </a:lnTo>
                  <a:lnTo>
                    <a:pt x="9" y="575"/>
                  </a:lnTo>
                  <a:lnTo>
                    <a:pt x="6" y="534"/>
                  </a:lnTo>
                  <a:lnTo>
                    <a:pt x="3" y="489"/>
                  </a:lnTo>
                  <a:lnTo>
                    <a:pt x="1" y="441"/>
                  </a:lnTo>
                  <a:lnTo>
                    <a:pt x="0" y="390"/>
                  </a:lnTo>
                  <a:lnTo>
                    <a:pt x="0" y="336"/>
                  </a:lnTo>
                  <a:lnTo>
                    <a:pt x="1" y="284"/>
                  </a:lnTo>
                  <a:lnTo>
                    <a:pt x="2" y="231"/>
                  </a:lnTo>
                  <a:lnTo>
                    <a:pt x="3" y="181"/>
                  </a:lnTo>
                  <a:lnTo>
                    <a:pt x="7" y="135"/>
                  </a:lnTo>
                  <a:lnTo>
                    <a:pt x="11" y="92"/>
                  </a:lnTo>
                  <a:lnTo>
                    <a:pt x="14" y="55"/>
                  </a:lnTo>
                  <a:lnTo>
                    <a:pt x="20" y="24"/>
                  </a:lnTo>
                  <a:lnTo>
                    <a:pt x="26" y="1"/>
                  </a:lnTo>
                  <a:lnTo>
                    <a:pt x="26" y="1"/>
                  </a:lnTo>
                  <a:lnTo>
                    <a:pt x="49" y="0"/>
                  </a:lnTo>
                  <a:lnTo>
                    <a:pt x="74" y="1"/>
                  </a:lnTo>
                  <a:lnTo>
                    <a:pt x="100" y="3"/>
                  </a:lnTo>
                  <a:lnTo>
                    <a:pt x="125" y="7"/>
                  </a:lnTo>
                  <a:lnTo>
                    <a:pt x="138" y="10"/>
                  </a:lnTo>
                  <a:lnTo>
                    <a:pt x="151" y="15"/>
                  </a:lnTo>
                  <a:lnTo>
                    <a:pt x="163" y="19"/>
                  </a:lnTo>
                  <a:lnTo>
                    <a:pt x="176" y="24"/>
                  </a:lnTo>
                  <a:lnTo>
                    <a:pt x="188" y="31"/>
                  </a:lnTo>
                  <a:lnTo>
                    <a:pt x="200" y="38"/>
                  </a:lnTo>
                  <a:lnTo>
                    <a:pt x="212" y="48"/>
                  </a:lnTo>
                  <a:lnTo>
                    <a:pt x="223" y="57"/>
                  </a:lnTo>
                  <a:lnTo>
                    <a:pt x="223" y="57"/>
                  </a:lnTo>
                  <a:close/>
                </a:path>
              </a:pathLst>
            </a:custGeom>
            <a:solidFill>
              <a:srgbClr val="C77F1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0777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5389" algn="l" defTabSz="910777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0777" algn="l" defTabSz="910777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66167" algn="l" defTabSz="910777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1553" algn="l" defTabSz="910777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76941" algn="l" defTabSz="910777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32330" algn="l" defTabSz="910777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187720" algn="l" defTabSz="910777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43107" algn="l" defTabSz="910777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683083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GB" sz="1425" dirty="0">
                <a:solidFill>
                  <a:srgbClr val="555554"/>
                </a:solidFill>
                <a:latin typeface="Arial"/>
              </a:endParaRPr>
            </a:p>
          </p:txBody>
        </p: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7DF78CA7-DB1E-C6EF-1067-5242E8ADF9D6}"/>
              </a:ext>
            </a:extLst>
          </p:cNvPr>
          <p:cNvGrpSpPr/>
          <p:nvPr/>
        </p:nvGrpSpPr>
        <p:grpSpPr>
          <a:xfrm>
            <a:off x="4940985" y="972100"/>
            <a:ext cx="1742038" cy="3657050"/>
            <a:chOff x="418005" y="1544908"/>
            <a:chExt cx="2449265" cy="5729780"/>
          </a:xfrm>
        </p:grpSpPr>
        <p:sp>
          <p:nvSpPr>
            <p:cNvPr id="46" name="Freeform 60">
              <a:extLst>
                <a:ext uri="{FF2B5EF4-FFF2-40B4-BE49-F238E27FC236}">
                  <a16:creationId xmlns:a16="http://schemas.microsoft.com/office/drawing/2014/main" id="{37600DCA-C17D-2C76-183E-E145D9EC9D0F}"/>
                </a:ext>
              </a:extLst>
            </p:cNvPr>
            <p:cNvSpPr>
              <a:spLocks/>
            </p:cNvSpPr>
            <p:nvPr/>
          </p:nvSpPr>
          <p:spPr bwMode="auto">
            <a:xfrm>
              <a:off x="668473" y="4743297"/>
              <a:ext cx="1501975" cy="292728"/>
            </a:xfrm>
            <a:custGeom>
              <a:avLst/>
              <a:gdLst>
                <a:gd name="T0" fmla="*/ 0 w 513"/>
                <a:gd name="T1" fmla="*/ 50 h 100"/>
                <a:gd name="T2" fmla="*/ 0 w 513"/>
                <a:gd name="T3" fmla="*/ 50 h 100"/>
                <a:gd name="T4" fmla="*/ 1 w 513"/>
                <a:gd name="T5" fmla="*/ 45 h 100"/>
                <a:gd name="T6" fmla="*/ 4 w 513"/>
                <a:gd name="T7" fmla="*/ 39 h 100"/>
                <a:gd name="T8" fmla="*/ 11 w 513"/>
                <a:gd name="T9" fmla="*/ 34 h 100"/>
                <a:gd name="T10" fmla="*/ 20 w 513"/>
                <a:gd name="T11" fmla="*/ 31 h 100"/>
                <a:gd name="T12" fmla="*/ 31 w 513"/>
                <a:gd name="T13" fmla="*/ 26 h 100"/>
                <a:gd name="T14" fmla="*/ 44 w 513"/>
                <a:gd name="T15" fmla="*/ 23 h 100"/>
                <a:gd name="T16" fmla="*/ 75 w 513"/>
                <a:gd name="T17" fmla="*/ 14 h 100"/>
                <a:gd name="T18" fmla="*/ 113 w 513"/>
                <a:gd name="T19" fmla="*/ 8 h 100"/>
                <a:gd name="T20" fmla="*/ 156 w 513"/>
                <a:gd name="T21" fmla="*/ 3 h 100"/>
                <a:gd name="T22" fmla="*/ 205 w 513"/>
                <a:gd name="T23" fmla="*/ 1 h 100"/>
                <a:gd name="T24" fmla="*/ 256 w 513"/>
                <a:gd name="T25" fmla="*/ 0 h 100"/>
                <a:gd name="T26" fmla="*/ 256 w 513"/>
                <a:gd name="T27" fmla="*/ 0 h 100"/>
                <a:gd name="T28" fmla="*/ 308 w 513"/>
                <a:gd name="T29" fmla="*/ 1 h 100"/>
                <a:gd name="T30" fmla="*/ 356 w 513"/>
                <a:gd name="T31" fmla="*/ 3 h 100"/>
                <a:gd name="T32" fmla="*/ 400 w 513"/>
                <a:gd name="T33" fmla="*/ 8 h 100"/>
                <a:gd name="T34" fmla="*/ 438 w 513"/>
                <a:gd name="T35" fmla="*/ 14 h 100"/>
                <a:gd name="T36" fmla="*/ 469 w 513"/>
                <a:gd name="T37" fmla="*/ 23 h 100"/>
                <a:gd name="T38" fmla="*/ 482 w 513"/>
                <a:gd name="T39" fmla="*/ 26 h 100"/>
                <a:gd name="T40" fmla="*/ 493 w 513"/>
                <a:gd name="T41" fmla="*/ 31 h 100"/>
                <a:gd name="T42" fmla="*/ 501 w 513"/>
                <a:gd name="T43" fmla="*/ 34 h 100"/>
                <a:gd name="T44" fmla="*/ 507 w 513"/>
                <a:gd name="T45" fmla="*/ 39 h 100"/>
                <a:gd name="T46" fmla="*/ 512 w 513"/>
                <a:gd name="T47" fmla="*/ 45 h 100"/>
                <a:gd name="T48" fmla="*/ 513 w 513"/>
                <a:gd name="T49" fmla="*/ 50 h 100"/>
                <a:gd name="T50" fmla="*/ 513 w 513"/>
                <a:gd name="T51" fmla="*/ 50 h 100"/>
                <a:gd name="T52" fmla="*/ 512 w 513"/>
                <a:gd name="T53" fmla="*/ 55 h 100"/>
                <a:gd name="T54" fmla="*/ 507 w 513"/>
                <a:gd name="T55" fmla="*/ 59 h 100"/>
                <a:gd name="T56" fmla="*/ 501 w 513"/>
                <a:gd name="T57" fmla="*/ 64 h 100"/>
                <a:gd name="T58" fmla="*/ 493 w 513"/>
                <a:gd name="T59" fmla="*/ 69 h 100"/>
                <a:gd name="T60" fmla="*/ 482 w 513"/>
                <a:gd name="T61" fmla="*/ 74 h 100"/>
                <a:gd name="T62" fmla="*/ 469 w 513"/>
                <a:gd name="T63" fmla="*/ 77 h 100"/>
                <a:gd name="T64" fmla="*/ 438 w 513"/>
                <a:gd name="T65" fmla="*/ 85 h 100"/>
                <a:gd name="T66" fmla="*/ 400 w 513"/>
                <a:gd name="T67" fmla="*/ 90 h 100"/>
                <a:gd name="T68" fmla="*/ 356 w 513"/>
                <a:gd name="T69" fmla="*/ 95 h 100"/>
                <a:gd name="T70" fmla="*/ 308 w 513"/>
                <a:gd name="T71" fmla="*/ 99 h 100"/>
                <a:gd name="T72" fmla="*/ 256 w 513"/>
                <a:gd name="T73" fmla="*/ 100 h 100"/>
                <a:gd name="T74" fmla="*/ 256 w 513"/>
                <a:gd name="T75" fmla="*/ 100 h 100"/>
                <a:gd name="T76" fmla="*/ 205 w 513"/>
                <a:gd name="T77" fmla="*/ 99 h 100"/>
                <a:gd name="T78" fmla="*/ 156 w 513"/>
                <a:gd name="T79" fmla="*/ 95 h 100"/>
                <a:gd name="T80" fmla="*/ 113 w 513"/>
                <a:gd name="T81" fmla="*/ 90 h 100"/>
                <a:gd name="T82" fmla="*/ 75 w 513"/>
                <a:gd name="T83" fmla="*/ 85 h 100"/>
                <a:gd name="T84" fmla="*/ 44 w 513"/>
                <a:gd name="T85" fmla="*/ 77 h 100"/>
                <a:gd name="T86" fmla="*/ 31 w 513"/>
                <a:gd name="T87" fmla="*/ 74 h 100"/>
                <a:gd name="T88" fmla="*/ 20 w 513"/>
                <a:gd name="T89" fmla="*/ 69 h 100"/>
                <a:gd name="T90" fmla="*/ 11 w 513"/>
                <a:gd name="T91" fmla="*/ 64 h 100"/>
                <a:gd name="T92" fmla="*/ 4 w 513"/>
                <a:gd name="T93" fmla="*/ 59 h 100"/>
                <a:gd name="T94" fmla="*/ 1 w 513"/>
                <a:gd name="T95" fmla="*/ 55 h 100"/>
                <a:gd name="T96" fmla="*/ 0 w 513"/>
                <a:gd name="T97" fmla="*/ 50 h 100"/>
                <a:gd name="T98" fmla="*/ 0 w 513"/>
                <a:gd name="T99" fmla="*/ 50 h 1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513" h="100">
                  <a:moveTo>
                    <a:pt x="0" y="50"/>
                  </a:moveTo>
                  <a:lnTo>
                    <a:pt x="0" y="50"/>
                  </a:lnTo>
                  <a:lnTo>
                    <a:pt x="1" y="45"/>
                  </a:lnTo>
                  <a:lnTo>
                    <a:pt x="4" y="39"/>
                  </a:lnTo>
                  <a:lnTo>
                    <a:pt x="11" y="34"/>
                  </a:lnTo>
                  <a:lnTo>
                    <a:pt x="20" y="31"/>
                  </a:lnTo>
                  <a:lnTo>
                    <a:pt x="31" y="26"/>
                  </a:lnTo>
                  <a:lnTo>
                    <a:pt x="44" y="23"/>
                  </a:lnTo>
                  <a:lnTo>
                    <a:pt x="75" y="14"/>
                  </a:lnTo>
                  <a:lnTo>
                    <a:pt x="113" y="8"/>
                  </a:lnTo>
                  <a:lnTo>
                    <a:pt x="156" y="3"/>
                  </a:lnTo>
                  <a:lnTo>
                    <a:pt x="205" y="1"/>
                  </a:lnTo>
                  <a:lnTo>
                    <a:pt x="256" y="0"/>
                  </a:lnTo>
                  <a:lnTo>
                    <a:pt x="256" y="0"/>
                  </a:lnTo>
                  <a:lnTo>
                    <a:pt x="308" y="1"/>
                  </a:lnTo>
                  <a:lnTo>
                    <a:pt x="356" y="3"/>
                  </a:lnTo>
                  <a:lnTo>
                    <a:pt x="400" y="8"/>
                  </a:lnTo>
                  <a:lnTo>
                    <a:pt x="438" y="14"/>
                  </a:lnTo>
                  <a:lnTo>
                    <a:pt x="469" y="23"/>
                  </a:lnTo>
                  <a:lnTo>
                    <a:pt x="482" y="26"/>
                  </a:lnTo>
                  <a:lnTo>
                    <a:pt x="493" y="31"/>
                  </a:lnTo>
                  <a:lnTo>
                    <a:pt x="501" y="34"/>
                  </a:lnTo>
                  <a:lnTo>
                    <a:pt x="507" y="39"/>
                  </a:lnTo>
                  <a:lnTo>
                    <a:pt x="512" y="45"/>
                  </a:lnTo>
                  <a:lnTo>
                    <a:pt x="513" y="50"/>
                  </a:lnTo>
                  <a:lnTo>
                    <a:pt x="513" y="50"/>
                  </a:lnTo>
                  <a:lnTo>
                    <a:pt x="512" y="55"/>
                  </a:lnTo>
                  <a:lnTo>
                    <a:pt x="507" y="59"/>
                  </a:lnTo>
                  <a:lnTo>
                    <a:pt x="501" y="64"/>
                  </a:lnTo>
                  <a:lnTo>
                    <a:pt x="493" y="69"/>
                  </a:lnTo>
                  <a:lnTo>
                    <a:pt x="482" y="74"/>
                  </a:lnTo>
                  <a:lnTo>
                    <a:pt x="469" y="77"/>
                  </a:lnTo>
                  <a:lnTo>
                    <a:pt x="438" y="85"/>
                  </a:lnTo>
                  <a:lnTo>
                    <a:pt x="400" y="90"/>
                  </a:lnTo>
                  <a:lnTo>
                    <a:pt x="356" y="95"/>
                  </a:lnTo>
                  <a:lnTo>
                    <a:pt x="308" y="99"/>
                  </a:lnTo>
                  <a:lnTo>
                    <a:pt x="256" y="100"/>
                  </a:lnTo>
                  <a:lnTo>
                    <a:pt x="256" y="100"/>
                  </a:lnTo>
                  <a:lnTo>
                    <a:pt x="205" y="99"/>
                  </a:lnTo>
                  <a:lnTo>
                    <a:pt x="156" y="95"/>
                  </a:lnTo>
                  <a:lnTo>
                    <a:pt x="113" y="90"/>
                  </a:lnTo>
                  <a:lnTo>
                    <a:pt x="75" y="85"/>
                  </a:lnTo>
                  <a:lnTo>
                    <a:pt x="44" y="77"/>
                  </a:lnTo>
                  <a:lnTo>
                    <a:pt x="31" y="74"/>
                  </a:lnTo>
                  <a:lnTo>
                    <a:pt x="20" y="69"/>
                  </a:lnTo>
                  <a:lnTo>
                    <a:pt x="11" y="64"/>
                  </a:lnTo>
                  <a:lnTo>
                    <a:pt x="4" y="59"/>
                  </a:lnTo>
                  <a:lnTo>
                    <a:pt x="1" y="55"/>
                  </a:lnTo>
                  <a:lnTo>
                    <a:pt x="0" y="50"/>
                  </a:lnTo>
                  <a:lnTo>
                    <a:pt x="0" y="50"/>
                  </a:lnTo>
                  <a:close/>
                </a:path>
              </a:pathLst>
            </a:custGeom>
            <a:solidFill>
              <a:srgbClr val="C0BF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0777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5389" algn="l" defTabSz="910777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0777" algn="l" defTabSz="910777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66167" algn="l" defTabSz="910777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1553" algn="l" defTabSz="910777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76941" algn="l" defTabSz="910777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32330" algn="l" defTabSz="910777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187720" algn="l" defTabSz="910777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43107" algn="l" defTabSz="910777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683083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GB" sz="1425" dirty="0">
                <a:solidFill>
                  <a:srgbClr val="555554"/>
                </a:solidFill>
                <a:latin typeface="Arial"/>
              </a:endParaRPr>
            </a:p>
          </p:txBody>
        </p:sp>
        <p:sp>
          <p:nvSpPr>
            <p:cNvPr id="47" name="Freeform 61">
              <a:extLst>
                <a:ext uri="{FF2B5EF4-FFF2-40B4-BE49-F238E27FC236}">
                  <a16:creationId xmlns:a16="http://schemas.microsoft.com/office/drawing/2014/main" id="{7EA3DA2A-C780-B9A3-FEC7-7BCCBA88AFBD}"/>
                </a:ext>
              </a:extLst>
            </p:cNvPr>
            <p:cNvSpPr>
              <a:spLocks/>
            </p:cNvSpPr>
            <p:nvPr/>
          </p:nvSpPr>
          <p:spPr bwMode="auto">
            <a:xfrm>
              <a:off x="418005" y="3402603"/>
              <a:ext cx="1281624" cy="3872085"/>
            </a:xfrm>
            <a:custGeom>
              <a:avLst/>
              <a:gdLst>
                <a:gd name="T0" fmla="*/ 0 w 257"/>
                <a:gd name="T1" fmla="*/ 385 h 514"/>
                <a:gd name="T2" fmla="*/ 0 w 257"/>
                <a:gd name="T3" fmla="*/ 129 h 514"/>
                <a:gd name="T4" fmla="*/ 0 w 257"/>
                <a:gd name="T5" fmla="*/ 129 h 514"/>
                <a:gd name="T6" fmla="*/ 0 w 257"/>
                <a:gd name="T7" fmla="*/ 116 h 514"/>
                <a:gd name="T8" fmla="*/ 2 w 257"/>
                <a:gd name="T9" fmla="*/ 103 h 514"/>
                <a:gd name="T10" fmla="*/ 5 w 257"/>
                <a:gd name="T11" fmla="*/ 91 h 514"/>
                <a:gd name="T12" fmla="*/ 9 w 257"/>
                <a:gd name="T13" fmla="*/ 79 h 514"/>
                <a:gd name="T14" fmla="*/ 15 w 257"/>
                <a:gd name="T15" fmla="*/ 67 h 514"/>
                <a:gd name="T16" fmla="*/ 21 w 257"/>
                <a:gd name="T17" fmla="*/ 56 h 514"/>
                <a:gd name="T18" fmla="*/ 29 w 257"/>
                <a:gd name="T19" fmla="*/ 47 h 514"/>
                <a:gd name="T20" fmla="*/ 36 w 257"/>
                <a:gd name="T21" fmla="*/ 37 h 514"/>
                <a:gd name="T22" fmla="*/ 46 w 257"/>
                <a:gd name="T23" fmla="*/ 29 h 514"/>
                <a:gd name="T24" fmla="*/ 56 w 257"/>
                <a:gd name="T25" fmla="*/ 22 h 514"/>
                <a:gd name="T26" fmla="*/ 66 w 257"/>
                <a:gd name="T27" fmla="*/ 16 h 514"/>
                <a:gd name="T28" fmla="*/ 78 w 257"/>
                <a:gd name="T29" fmla="*/ 10 h 514"/>
                <a:gd name="T30" fmla="*/ 90 w 257"/>
                <a:gd name="T31" fmla="*/ 6 h 514"/>
                <a:gd name="T32" fmla="*/ 102 w 257"/>
                <a:gd name="T33" fmla="*/ 3 h 514"/>
                <a:gd name="T34" fmla="*/ 115 w 257"/>
                <a:gd name="T35" fmla="*/ 0 h 514"/>
                <a:gd name="T36" fmla="*/ 128 w 257"/>
                <a:gd name="T37" fmla="*/ 0 h 514"/>
                <a:gd name="T38" fmla="*/ 257 w 257"/>
                <a:gd name="T39" fmla="*/ 0 h 514"/>
                <a:gd name="T40" fmla="*/ 257 w 257"/>
                <a:gd name="T41" fmla="*/ 514 h 514"/>
                <a:gd name="T42" fmla="*/ 128 w 257"/>
                <a:gd name="T43" fmla="*/ 514 h 514"/>
                <a:gd name="T44" fmla="*/ 128 w 257"/>
                <a:gd name="T45" fmla="*/ 514 h 514"/>
                <a:gd name="T46" fmla="*/ 115 w 257"/>
                <a:gd name="T47" fmla="*/ 513 h 514"/>
                <a:gd name="T48" fmla="*/ 102 w 257"/>
                <a:gd name="T49" fmla="*/ 510 h 514"/>
                <a:gd name="T50" fmla="*/ 90 w 257"/>
                <a:gd name="T51" fmla="*/ 508 h 514"/>
                <a:gd name="T52" fmla="*/ 78 w 257"/>
                <a:gd name="T53" fmla="*/ 503 h 514"/>
                <a:gd name="T54" fmla="*/ 66 w 257"/>
                <a:gd name="T55" fmla="*/ 498 h 514"/>
                <a:gd name="T56" fmla="*/ 56 w 257"/>
                <a:gd name="T57" fmla="*/ 491 h 514"/>
                <a:gd name="T58" fmla="*/ 46 w 257"/>
                <a:gd name="T59" fmla="*/ 484 h 514"/>
                <a:gd name="T60" fmla="*/ 36 w 257"/>
                <a:gd name="T61" fmla="*/ 476 h 514"/>
                <a:gd name="T62" fmla="*/ 29 w 257"/>
                <a:gd name="T63" fmla="*/ 466 h 514"/>
                <a:gd name="T64" fmla="*/ 21 w 257"/>
                <a:gd name="T65" fmla="*/ 457 h 514"/>
                <a:gd name="T66" fmla="*/ 15 w 257"/>
                <a:gd name="T67" fmla="*/ 446 h 514"/>
                <a:gd name="T68" fmla="*/ 9 w 257"/>
                <a:gd name="T69" fmla="*/ 435 h 514"/>
                <a:gd name="T70" fmla="*/ 5 w 257"/>
                <a:gd name="T71" fmla="*/ 423 h 514"/>
                <a:gd name="T72" fmla="*/ 2 w 257"/>
                <a:gd name="T73" fmla="*/ 410 h 514"/>
                <a:gd name="T74" fmla="*/ 0 w 257"/>
                <a:gd name="T75" fmla="*/ 398 h 514"/>
                <a:gd name="T76" fmla="*/ 0 w 257"/>
                <a:gd name="T77" fmla="*/ 385 h 5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57" h="514">
                  <a:moveTo>
                    <a:pt x="0" y="385"/>
                  </a:moveTo>
                  <a:lnTo>
                    <a:pt x="0" y="129"/>
                  </a:lnTo>
                  <a:lnTo>
                    <a:pt x="0" y="129"/>
                  </a:lnTo>
                  <a:lnTo>
                    <a:pt x="0" y="116"/>
                  </a:lnTo>
                  <a:lnTo>
                    <a:pt x="2" y="103"/>
                  </a:lnTo>
                  <a:lnTo>
                    <a:pt x="5" y="91"/>
                  </a:lnTo>
                  <a:lnTo>
                    <a:pt x="9" y="79"/>
                  </a:lnTo>
                  <a:lnTo>
                    <a:pt x="15" y="67"/>
                  </a:lnTo>
                  <a:lnTo>
                    <a:pt x="21" y="56"/>
                  </a:lnTo>
                  <a:lnTo>
                    <a:pt x="29" y="47"/>
                  </a:lnTo>
                  <a:lnTo>
                    <a:pt x="36" y="37"/>
                  </a:lnTo>
                  <a:lnTo>
                    <a:pt x="46" y="29"/>
                  </a:lnTo>
                  <a:lnTo>
                    <a:pt x="56" y="22"/>
                  </a:lnTo>
                  <a:lnTo>
                    <a:pt x="66" y="16"/>
                  </a:lnTo>
                  <a:lnTo>
                    <a:pt x="78" y="10"/>
                  </a:lnTo>
                  <a:lnTo>
                    <a:pt x="90" y="6"/>
                  </a:lnTo>
                  <a:lnTo>
                    <a:pt x="102" y="3"/>
                  </a:lnTo>
                  <a:lnTo>
                    <a:pt x="115" y="0"/>
                  </a:lnTo>
                  <a:lnTo>
                    <a:pt x="128" y="0"/>
                  </a:lnTo>
                  <a:lnTo>
                    <a:pt x="257" y="0"/>
                  </a:lnTo>
                  <a:lnTo>
                    <a:pt x="257" y="514"/>
                  </a:lnTo>
                  <a:lnTo>
                    <a:pt x="128" y="514"/>
                  </a:lnTo>
                  <a:lnTo>
                    <a:pt x="128" y="514"/>
                  </a:lnTo>
                  <a:lnTo>
                    <a:pt x="115" y="513"/>
                  </a:lnTo>
                  <a:lnTo>
                    <a:pt x="102" y="510"/>
                  </a:lnTo>
                  <a:lnTo>
                    <a:pt x="90" y="508"/>
                  </a:lnTo>
                  <a:lnTo>
                    <a:pt x="78" y="503"/>
                  </a:lnTo>
                  <a:lnTo>
                    <a:pt x="66" y="498"/>
                  </a:lnTo>
                  <a:lnTo>
                    <a:pt x="56" y="491"/>
                  </a:lnTo>
                  <a:lnTo>
                    <a:pt x="46" y="484"/>
                  </a:lnTo>
                  <a:lnTo>
                    <a:pt x="36" y="476"/>
                  </a:lnTo>
                  <a:lnTo>
                    <a:pt x="29" y="466"/>
                  </a:lnTo>
                  <a:lnTo>
                    <a:pt x="21" y="457"/>
                  </a:lnTo>
                  <a:lnTo>
                    <a:pt x="15" y="446"/>
                  </a:lnTo>
                  <a:lnTo>
                    <a:pt x="9" y="435"/>
                  </a:lnTo>
                  <a:lnTo>
                    <a:pt x="5" y="423"/>
                  </a:lnTo>
                  <a:lnTo>
                    <a:pt x="2" y="410"/>
                  </a:lnTo>
                  <a:lnTo>
                    <a:pt x="0" y="398"/>
                  </a:lnTo>
                  <a:lnTo>
                    <a:pt x="0" y="385"/>
                  </a:lnTo>
                  <a:close/>
                </a:path>
              </a:pathLst>
            </a:custGeom>
            <a:solidFill>
              <a:srgbClr val="5DC7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0777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5389" algn="l" defTabSz="910777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0777" algn="l" defTabSz="910777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66167" algn="l" defTabSz="910777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1553" algn="l" defTabSz="910777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76941" algn="l" defTabSz="910777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32330" algn="l" defTabSz="910777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187720" algn="l" defTabSz="910777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43107" algn="l" defTabSz="910777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683083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GB" sz="1425" dirty="0">
                <a:solidFill>
                  <a:srgbClr val="555554"/>
                </a:solidFill>
                <a:latin typeface="Arial"/>
              </a:endParaRPr>
            </a:p>
          </p:txBody>
        </p:sp>
        <p:sp>
          <p:nvSpPr>
            <p:cNvPr id="48" name="Freeform 89">
              <a:extLst>
                <a:ext uri="{FF2B5EF4-FFF2-40B4-BE49-F238E27FC236}">
                  <a16:creationId xmlns:a16="http://schemas.microsoft.com/office/drawing/2014/main" id="{D0303CB4-5FBA-DAC6-0B68-FDE833BDB218}"/>
                </a:ext>
              </a:extLst>
            </p:cNvPr>
            <p:cNvSpPr>
              <a:spLocks/>
            </p:cNvSpPr>
            <p:nvPr/>
          </p:nvSpPr>
          <p:spPr bwMode="auto">
            <a:xfrm>
              <a:off x="668473" y="3402603"/>
              <a:ext cx="752452" cy="1504622"/>
            </a:xfrm>
            <a:custGeom>
              <a:avLst/>
              <a:gdLst>
                <a:gd name="T0" fmla="*/ 0 w 257"/>
                <a:gd name="T1" fmla="*/ 385 h 514"/>
                <a:gd name="T2" fmla="*/ 0 w 257"/>
                <a:gd name="T3" fmla="*/ 129 h 514"/>
                <a:gd name="T4" fmla="*/ 0 w 257"/>
                <a:gd name="T5" fmla="*/ 129 h 514"/>
                <a:gd name="T6" fmla="*/ 0 w 257"/>
                <a:gd name="T7" fmla="*/ 116 h 514"/>
                <a:gd name="T8" fmla="*/ 2 w 257"/>
                <a:gd name="T9" fmla="*/ 103 h 514"/>
                <a:gd name="T10" fmla="*/ 5 w 257"/>
                <a:gd name="T11" fmla="*/ 91 h 514"/>
                <a:gd name="T12" fmla="*/ 9 w 257"/>
                <a:gd name="T13" fmla="*/ 79 h 514"/>
                <a:gd name="T14" fmla="*/ 15 w 257"/>
                <a:gd name="T15" fmla="*/ 67 h 514"/>
                <a:gd name="T16" fmla="*/ 21 w 257"/>
                <a:gd name="T17" fmla="*/ 56 h 514"/>
                <a:gd name="T18" fmla="*/ 29 w 257"/>
                <a:gd name="T19" fmla="*/ 47 h 514"/>
                <a:gd name="T20" fmla="*/ 36 w 257"/>
                <a:gd name="T21" fmla="*/ 37 h 514"/>
                <a:gd name="T22" fmla="*/ 46 w 257"/>
                <a:gd name="T23" fmla="*/ 29 h 514"/>
                <a:gd name="T24" fmla="*/ 56 w 257"/>
                <a:gd name="T25" fmla="*/ 22 h 514"/>
                <a:gd name="T26" fmla="*/ 66 w 257"/>
                <a:gd name="T27" fmla="*/ 16 h 514"/>
                <a:gd name="T28" fmla="*/ 78 w 257"/>
                <a:gd name="T29" fmla="*/ 10 h 514"/>
                <a:gd name="T30" fmla="*/ 90 w 257"/>
                <a:gd name="T31" fmla="*/ 6 h 514"/>
                <a:gd name="T32" fmla="*/ 102 w 257"/>
                <a:gd name="T33" fmla="*/ 3 h 514"/>
                <a:gd name="T34" fmla="*/ 115 w 257"/>
                <a:gd name="T35" fmla="*/ 0 h 514"/>
                <a:gd name="T36" fmla="*/ 128 w 257"/>
                <a:gd name="T37" fmla="*/ 0 h 514"/>
                <a:gd name="T38" fmla="*/ 257 w 257"/>
                <a:gd name="T39" fmla="*/ 0 h 514"/>
                <a:gd name="T40" fmla="*/ 257 w 257"/>
                <a:gd name="T41" fmla="*/ 514 h 514"/>
                <a:gd name="T42" fmla="*/ 128 w 257"/>
                <a:gd name="T43" fmla="*/ 514 h 514"/>
                <a:gd name="T44" fmla="*/ 128 w 257"/>
                <a:gd name="T45" fmla="*/ 514 h 514"/>
                <a:gd name="T46" fmla="*/ 115 w 257"/>
                <a:gd name="T47" fmla="*/ 513 h 514"/>
                <a:gd name="T48" fmla="*/ 102 w 257"/>
                <a:gd name="T49" fmla="*/ 510 h 514"/>
                <a:gd name="T50" fmla="*/ 90 w 257"/>
                <a:gd name="T51" fmla="*/ 508 h 514"/>
                <a:gd name="T52" fmla="*/ 78 w 257"/>
                <a:gd name="T53" fmla="*/ 503 h 514"/>
                <a:gd name="T54" fmla="*/ 66 w 257"/>
                <a:gd name="T55" fmla="*/ 498 h 514"/>
                <a:gd name="T56" fmla="*/ 56 w 257"/>
                <a:gd name="T57" fmla="*/ 491 h 514"/>
                <a:gd name="T58" fmla="*/ 46 w 257"/>
                <a:gd name="T59" fmla="*/ 484 h 514"/>
                <a:gd name="T60" fmla="*/ 36 w 257"/>
                <a:gd name="T61" fmla="*/ 476 h 514"/>
                <a:gd name="T62" fmla="*/ 29 w 257"/>
                <a:gd name="T63" fmla="*/ 466 h 514"/>
                <a:gd name="T64" fmla="*/ 21 w 257"/>
                <a:gd name="T65" fmla="*/ 457 h 514"/>
                <a:gd name="T66" fmla="*/ 15 w 257"/>
                <a:gd name="T67" fmla="*/ 446 h 514"/>
                <a:gd name="T68" fmla="*/ 9 w 257"/>
                <a:gd name="T69" fmla="*/ 435 h 514"/>
                <a:gd name="T70" fmla="*/ 5 w 257"/>
                <a:gd name="T71" fmla="*/ 423 h 514"/>
                <a:gd name="T72" fmla="*/ 2 w 257"/>
                <a:gd name="T73" fmla="*/ 410 h 514"/>
                <a:gd name="T74" fmla="*/ 0 w 257"/>
                <a:gd name="T75" fmla="*/ 398 h 514"/>
                <a:gd name="T76" fmla="*/ 0 w 257"/>
                <a:gd name="T77" fmla="*/ 385 h 5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57" h="514">
                  <a:moveTo>
                    <a:pt x="0" y="385"/>
                  </a:moveTo>
                  <a:lnTo>
                    <a:pt x="0" y="129"/>
                  </a:lnTo>
                  <a:lnTo>
                    <a:pt x="0" y="129"/>
                  </a:lnTo>
                  <a:lnTo>
                    <a:pt x="0" y="116"/>
                  </a:lnTo>
                  <a:lnTo>
                    <a:pt x="2" y="103"/>
                  </a:lnTo>
                  <a:lnTo>
                    <a:pt x="5" y="91"/>
                  </a:lnTo>
                  <a:lnTo>
                    <a:pt x="9" y="79"/>
                  </a:lnTo>
                  <a:lnTo>
                    <a:pt x="15" y="67"/>
                  </a:lnTo>
                  <a:lnTo>
                    <a:pt x="21" y="56"/>
                  </a:lnTo>
                  <a:lnTo>
                    <a:pt x="29" y="47"/>
                  </a:lnTo>
                  <a:lnTo>
                    <a:pt x="36" y="37"/>
                  </a:lnTo>
                  <a:lnTo>
                    <a:pt x="46" y="29"/>
                  </a:lnTo>
                  <a:lnTo>
                    <a:pt x="56" y="22"/>
                  </a:lnTo>
                  <a:lnTo>
                    <a:pt x="66" y="16"/>
                  </a:lnTo>
                  <a:lnTo>
                    <a:pt x="78" y="10"/>
                  </a:lnTo>
                  <a:lnTo>
                    <a:pt x="90" y="6"/>
                  </a:lnTo>
                  <a:lnTo>
                    <a:pt x="102" y="3"/>
                  </a:lnTo>
                  <a:lnTo>
                    <a:pt x="115" y="0"/>
                  </a:lnTo>
                  <a:lnTo>
                    <a:pt x="128" y="0"/>
                  </a:lnTo>
                  <a:lnTo>
                    <a:pt x="257" y="0"/>
                  </a:lnTo>
                  <a:lnTo>
                    <a:pt x="257" y="514"/>
                  </a:lnTo>
                  <a:lnTo>
                    <a:pt x="128" y="514"/>
                  </a:lnTo>
                  <a:lnTo>
                    <a:pt x="128" y="514"/>
                  </a:lnTo>
                  <a:lnTo>
                    <a:pt x="115" y="513"/>
                  </a:lnTo>
                  <a:lnTo>
                    <a:pt x="102" y="510"/>
                  </a:lnTo>
                  <a:lnTo>
                    <a:pt x="90" y="508"/>
                  </a:lnTo>
                  <a:lnTo>
                    <a:pt x="78" y="503"/>
                  </a:lnTo>
                  <a:lnTo>
                    <a:pt x="66" y="498"/>
                  </a:lnTo>
                  <a:lnTo>
                    <a:pt x="56" y="491"/>
                  </a:lnTo>
                  <a:lnTo>
                    <a:pt x="46" y="484"/>
                  </a:lnTo>
                  <a:lnTo>
                    <a:pt x="36" y="476"/>
                  </a:lnTo>
                  <a:lnTo>
                    <a:pt x="29" y="466"/>
                  </a:lnTo>
                  <a:lnTo>
                    <a:pt x="21" y="457"/>
                  </a:lnTo>
                  <a:lnTo>
                    <a:pt x="15" y="446"/>
                  </a:lnTo>
                  <a:lnTo>
                    <a:pt x="9" y="435"/>
                  </a:lnTo>
                  <a:lnTo>
                    <a:pt x="5" y="423"/>
                  </a:lnTo>
                  <a:lnTo>
                    <a:pt x="2" y="410"/>
                  </a:lnTo>
                  <a:lnTo>
                    <a:pt x="0" y="398"/>
                  </a:lnTo>
                  <a:lnTo>
                    <a:pt x="0" y="385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0777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5389" algn="l" defTabSz="910777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0777" algn="l" defTabSz="910777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66167" algn="l" defTabSz="910777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1553" algn="l" defTabSz="910777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76941" algn="l" defTabSz="910777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32330" algn="l" defTabSz="910777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187720" algn="l" defTabSz="910777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43107" algn="l" defTabSz="910777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683083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GB" sz="1425" dirty="0">
                <a:solidFill>
                  <a:srgbClr val="555554"/>
                </a:solidFill>
                <a:latin typeface="Arial"/>
              </a:endParaRPr>
            </a:p>
          </p:txBody>
        </p:sp>
        <p:sp>
          <p:nvSpPr>
            <p:cNvPr id="49" name="Freeform 90">
              <a:extLst>
                <a:ext uri="{FF2B5EF4-FFF2-40B4-BE49-F238E27FC236}">
                  <a16:creationId xmlns:a16="http://schemas.microsoft.com/office/drawing/2014/main" id="{3A42EFA1-CAFC-8CE0-B1AB-8CA66B998DD3}"/>
                </a:ext>
              </a:extLst>
            </p:cNvPr>
            <p:cNvSpPr>
              <a:spLocks/>
            </p:cNvSpPr>
            <p:nvPr/>
          </p:nvSpPr>
          <p:spPr bwMode="auto">
            <a:xfrm>
              <a:off x="1610758" y="3402603"/>
              <a:ext cx="1256512" cy="3872085"/>
            </a:xfrm>
            <a:custGeom>
              <a:avLst/>
              <a:gdLst>
                <a:gd name="T0" fmla="*/ 256 w 256"/>
                <a:gd name="T1" fmla="*/ 385 h 514"/>
                <a:gd name="T2" fmla="*/ 256 w 256"/>
                <a:gd name="T3" fmla="*/ 128 h 514"/>
                <a:gd name="T4" fmla="*/ 256 w 256"/>
                <a:gd name="T5" fmla="*/ 128 h 514"/>
                <a:gd name="T6" fmla="*/ 255 w 256"/>
                <a:gd name="T7" fmla="*/ 115 h 514"/>
                <a:gd name="T8" fmla="*/ 253 w 256"/>
                <a:gd name="T9" fmla="*/ 103 h 514"/>
                <a:gd name="T10" fmla="*/ 250 w 256"/>
                <a:gd name="T11" fmla="*/ 90 h 514"/>
                <a:gd name="T12" fmla="*/ 246 w 256"/>
                <a:gd name="T13" fmla="*/ 78 h 514"/>
                <a:gd name="T14" fmla="*/ 241 w 256"/>
                <a:gd name="T15" fmla="*/ 67 h 514"/>
                <a:gd name="T16" fmla="*/ 234 w 256"/>
                <a:gd name="T17" fmla="*/ 56 h 514"/>
                <a:gd name="T18" fmla="*/ 227 w 256"/>
                <a:gd name="T19" fmla="*/ 47 h 514"/>
                <a:gd name="T20" fmla="*/ 218 w 256"/>
                <a:gd name="T21" fmla="*/ 37 h 514"/>
                <a:gd name="T22" fmla="*/ 210 w 256"/>
                <a:gd name="T23" fmla="*/ 29 h 514"/>
                <a:gd name="T24" fmla="*/ 199 w 256"/>
                <a:gd name="T25" fmla="*/ 22 h 514"/>
                <a:gd name="T26" fmla="*/ 188 w 256"/>
                <a:gd name="T27" fmla="*/ 16 h 514"/>
                <a:gd name="T28" fmla="*/ 178 w 256"/>
                <a:gd name="T29" fmla="*/ 10 h 514"/>
                <a:gd name="T30" fmla="*/ 166 w 256"/>
                <a:gd name="T31" fmla="*/ 6 h 514"/>
                <a:gd name="T32" fmla="*/ 154 w 256"/>
                <a:gd name="T33" fmla="*/ 3 h 514"/>
                <a:gd name="T34" fmla="*/ 141 w 256"/>
                <a:gd name="T35" fmla="*/ 0 h 514"/>
                <a:gd name="T36" fmla="*/ 128 w 256"/>
                <a:gd name="T37" fmla="*/ 0 h 514"/>
                <a:gd name="T38" fmla="*/ 0 w 256"/>
                <a:gd name="T39" fmla="*/ 0 h 514"/>
                <a:gd name="T40" fmla="*/ 0 w 256"/>
                <a:gd name="T41" fmla="*/ 514 h 514"/>
                <a:gd name="T42" fmla="*/ 128 w 256"/>
                <a:gd name="T43" fmla="*/ 514 h 514"/>
                <a:gd name="T44" fmla="*/ 128 w 256"/>
                <a:gd name="T45" fmla="*/ 514 h 514"/>
                <a:gd name="T46" fmla="*/ 141 w 256"/>
                <a:gd name="T47" fmla="*/ 513 h 514"/>
                <a:gd name="T48" fmla="*/ 154 w 256"/>
                <a:gd name="T49" fmla="*/ 510 h 514"/>
                <a:gd name="T50" fmla="*/ 166 w 256"/>
                <a:gd name="T51" fmla="*/ 508 h 514"/>
                <a:gd name="T52" fmla="*/ 178 w 256"/>
                <a:gd name="T53" fmla="*/ 503 h 514"/>
                <a:gd name="T54" fmla="*/ 188 w 256"/>
                <a:gd name="T55" fmla="*/ 498 h 514"/>
                <a:gd name="T56" fmla="*/ 199 w 256"/>
                <a:gd name="T57" fmla="*/ 491 h 514"/>
                <a:gd name="T58" fmla="*/ 210 w 256"/>
                <a:gd name="T59" fmla="*/ 484 h 514"/>
                <a:gd name="T60" fmla="*/ 218 w 256"/>
                <a:gd name="T61" fmla="*/ 476 h 514"/>
                <a:gd name="T62" fmla="*/ 227 w 256"/>
                <a:gd name="T63" fmla="*/ 466 h 514"/>
                <a:gd name="T64" fmla="*/ 234 w 256"/>
                <a:gd name="T65" fmla="*/ 457 h 514"/>
                <a:gd name="T66" fmla="*/ 241 w 256"/>
                <a:gd name="T67" fmla="*/ 446 h 514"/>
                <a:gd name="T68" fmla="*/ 246 w 256"/>
                <a:gd name="T69" fmla="*/ 435 h 514"/>
                <a:gd name="T70" fmla="*/ 250 w 256"/>
                <a:gd name="T71" fmla="*/ 423 h 514"/>
                <a:gd name="T72" fmla="*/ 253 w 256"/>
                <a:gd name="T73" fmla="*/ 411 h 514"/>
                <a:gd name="T74" fmla="*/ 255 w 256"/>
                <a:gd name="T75" fmla="*/ 398 h 514"/>
                <a:gd name="T76" fmla="*/ 256 w 256"/>
                <a:gd name="T77" fmla="*/ 385 h 5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56" h="514">
                  <a:moveTo>
                    <a:pt x="256" y="385"/>
                  </a:moveTo>
                  <a:lnTo>
                    <a:pt x="256" y="128"/>
                  </a:lnTo>
                  <a:lnTo>
                    <a:pt x="256" y="128"/>
                  </a:lnTo>
                  <a:lnTo>
                    <a:pt x="255" y="115"/>
                  </a:lnTo>
                  <a:lnTo>
                    <a:pt x="253" y="103"/>
                  </a:lnTo>
                  <a:lnTo>
                    <a:pt x="250" y="90"/>
                  </a:lnTo>
                  <a:lnTo>
                    <a:pt x="246" y="78"/>
                  </a:lnTo>
                  <a:lnTo>
                    <a:pt x="241" y="67"/>
                  </a:lnTo>
                  <a:lnTo>
                    <a:pt x="234" y="56"/>
                  </a:lnTo>
                  <a:lnTo>
                    <a:pt x="227" y="47"/>
                  </a:lnTo>
                  <a:lnTo>
                    <a:pt x="218" y="37"/>
                  </a:lnTo>
                  <a:lnTo>
                    <a:pt x="210" y="29"/>
                  </a:lnTo>
                  <a:lnTo>
                    <a:pt x="199" y="22"/>
                  </a:lnTo>
                  <a:lnTo>
                    <a:pt x="188" y="16"/>
                  </a:lnTo>
                  <a:lnTo>
                    <a:pt x="178" y="10"/>
                  </a:lnTo>
                  <a:lnTo>
                    <a:pt x="166" y="6"/>
                  </a:lnTo>
                  <a:lnTo>
                    <a:pt x="154" y="3"/>
                  </a:lnTo>
                  <a:lnTo>
                    <a:pt x="141" y="0"/>
                  </a:lnTo>
                  <a:lnTo>
                    <a:pt x="128" y="0"/>
                  </a:lnTo>
                  <a:lnTo>
                    <a:pt x="0" y="0"/>
                  </a:lnTo>
                  <a:lnTo>
                    <a:pt x="0" y="514"/>
                  </a:lnTo>
                  <a:lnTo>
                    <a:pt x="128" y="514"/>
                  </a:lnTo>
                  <a:lnTo>
                    <a:pt x="128" y="514"/>
                  </a:lnTo>
                  <a:lnTo>
                    <a:pt x="141" y="513"/>
                  </a:lnTo>
                  <a:lnTo>
                    <a:pt x="154" y="510"/>
                  </a:lnTo>
                  <a:lnTo>
                    <a:pt x="166" y="508"/>
                  </a:lnTo>
                  <a:lnTo>
                    <a:pt x="178" y="503"/>
                  </a:lnTo>
                  <a:lnTo>
                    <a:pt x="188" y="498"/>
                  </a:lnTo>
                  <a:lnTo>
                    <a:pt x="199" y="491"/>
                  </a:lnTo>
                  <a:lnTo>
                    <a:pt x="210" y="484"/>
                  </a:lnTo>
                  <a:lnTo>
                    <a:pt x="218" y="476"/>
                  </a:lnTo>
                  <a:lnTo>
                    <a:pt x="227" y="466"/>
                  </a:lnTo>
                  <a:lnTo>
                    <a:pt x="234" y="457"/>
                  </a:lnTo>
                  <a:lnTo>
                    <a:pt x="241" y="446"/>
                  </a:lnTo>
                  <a:lnTo>
                    <a:pt x="246" y="435"/>
                  </a:lnTo>
                  <a:lnTo>
                    <a:pt x="250" y="423"/>
                  </a:lnTo>
                  <a:lnTo>
                    <a:pt x="253" y="411"/>
                  </a:lnTo>
                  <a:lnTo>
                    <a:pt x="255" y="398"/>
                  </a:lnTo>
                  <a:lnTo>
                    <a:pt x="256" y="385"/>
                  </a:lnTo>
                  <a:close/>
                </a:path>
              </a:pathLst>
            </a:custGeom>
            <a:solidFill>
              <a:srgbClr val="18A4D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0777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5389" algn="l" defTabSz="910777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0777" algn="l" defTabSz="910777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66167" algn="l" defTabSz="910777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1553" algn="l" defTabSz="910777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76941" algn="l" defTabSz="910777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32330" algn="l" defTabSz="910777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187720" algn="l" defTabSz="910777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43107" algn="l" defTabSz="910777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683083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GB" sz="1425" dirty="0">
                <a:solidFill>
                  <a:srgbClr val="555554"/>
                </a:solidFill>
                <a:latin typeface="Arial"/>
              </a:endParaRPr>
            </a:p>
          </p:txBody>
        </p:sp>
        <p:sp>
          <p:nvSpPr>
            <p:cNvPr id="50" name="Freeform 91">
              <a:extLst>
                <a:ext uri="{FF2B5EF4-FFF2-40B4-BE49-F238E27FC236}">
                  <a16:creationId xmlns:a16="http://schemas.microsoft.com/office/drawing/2014/main" id="{54066B52-729E-F2D6-E3C2-7CD7DB80A8AD}"/>
                </a:ext>
              </a:extLst>
            </p:cNvPr>
            <p:cNvSpPr>
              <a:spLocks/>
            </p:cNvSpPr>
            <p:nvPr/>
          </p:nvSpPr>
          <p:spPr bwMode="auto">
            <a:xfrm>
              <a:off x="1420925" y="3402603"/>
              <a:ext cx="749523" cy="1504622"/>
            </a:xfrm>
            <a:custGeom>
              <a:avLst/>
              <a:gdLst>
                <a:gd name="T0" fmla="*/ 256 w 256"/>
                <a:gd name="T1" fmla="*/ 385 h 514"/>
                <a:gd name="T2" fmla="*/ 256 w 256"/>
                <a:gd name="T3" fmla="*/ 128 h 514"/>
                <a:gd name="T4" fmla="*/ 256 w 256"/>
                <a:gd name="T5" fmla="*/ 128 h 514"/>
                <a:gd name="T6" fmla="*/ 255 w 256"/>
                <a:gd name="T7" fmla="*/ 115 h 514"/>
                <a:gd name="T8" fmla="*/ 253 w 256"/>
                <a:gd name="T9" fmla="*/ 103 h 514"/>
                <a:gd name="T10" fmla="*/ 250 w 256"/>
                <a:gd name="T11" fmla="*/ 90 h 514"/>
                <a:gd name="T12" fmla="*/ 246 w 256"/>
                <a:gd name="T13" fmla="*/ 78 h 514"/>
                <a:gd name="T14" fmla="*/ 241 w 256"/>
                <a:gd name="T15" fmla="*/ 67 h 514"/>
                <a:gd name="T16" fmla="*/ 234 w 256"/>
                <a:gd name="T17" fmla="*/ 56 h 514"/>
                <a:gd name="T18" fmla="*/ 227 w 256"/>
                <a:gd name="T19" fmla="*/ 47 h 514"/>
                <a:gd name="T20" fmla="*/ 218 w 256"/>
                <a:gd name="T21" fmla="*/ 37 h 514"/>
                <a:gd name="T22" fmla="*/ 210 w 256"/>
                <a:gd name="T23" fmla="*/ 29 h 514"/>
                <a:gd name="T24" fmla="*/ 199 w 256"/>
                <a:gd name="T25" fmla="*/ 22 h 514"/>
                <a:gd name="T26" fmla="*/ 188 w 256"/>
                <a:gd name="T27" fmla="*/ 16 h 514"/>
                <a:gd name="T28" fmla="*/ 178 w 256"/>
                <a:gd name="T29" fmla="*/ 10 h 514"/>
                <a:gd name="T30" fmla="*/ 166 w 256"/>
                <a:gd name="T31" fmla="*/ 6 h 514"/>
                <a:gd name="T32" fmla="*/ 154 w 256"/>
                <a:gd name="T33" fmla="*/ 3 h 514"/>
                <a:gd name="T34" fmla="*/ 141 w 256"/>
                <a:gd name="T35" fmla="*/ 0 h 514"/>
                <a:gd name="T36" fmla="*/ 128 w 256"/>
                <a:gd name="T37" fmla="*/ 0 h 514"/>
                <a:gd name="T38" fmla="*/ 0 w 256"/>
                <a:gd name="T39" fmla="*/ 0 h 514"/>
                <a:gd name="T40" fmla="*/ 0 w 256"/>
                <a:gd name="T41" fmla="*/ 514 h 514"/>
                <a:gd name="T42" fmla="*/ 128 w 256"/>
                <a:gd name="T43" fmla="*/ 514 h 514"/>
                <a:gd name="T44" fmla="*/ 128 w 256"/>
                <a:gd name="T45" fmla="*/ 514 h 514"/>
                <a:gd name="T46" fmla="*/ 141 w 256"/>
                <a:gd name="T47" fmla="*/ 513 h 514"/>
                <a:gd name="T48" fmla="*/ 154 w 256"/>
                <a:gd name="T49" fmla="*/ 510 h 514"/>
                <a:gd name="T50" fmla="*/ 166 w 256"/>
                <a:gd name="T51" fmla="*/ 508 h 514"/>
                <a:gd name="T52" fmla="*/ 178 w 256"/>
                <a:gd name="T53" fmla="*/ 503 h 514"/>
                <a:gd name="T54" fmla="*/ 188 w 256"/>
                <a:gd name="T55" fmla="*/ 498 h 514"/>
                <a:gd name="T56" fmla="*/ 199 w 256"/>
                <a:gd name="T57" fmla="*/ 491 h 514"/>
                <a:gd name="T58" fmla="*/ 210 w 256"/>
                <a:gd name="T59" fmla="*/ 484 h 514"/>
                <a:gd name="T60" fmla="*/ 218 w 256"/>
                <a:gd name="T61" fmla="*/ 476 h 514"/>
                <a:gd name="T62" fmla="*/ 227 w 256"/>
                <a:gd name="T63" fmla="*/ 466 h 514"/>
                <a:gd name="T64" fmla="*/ 234 w 256"/>
                <a:gd name="T65" fmla="*/ 457 h 514"/>
                <a:gd name="T66" fmla="*/ 241 w 256"/>
                <a:gd name="T67" fmla="*/ 446 h 514"/>
                <a:gd name="T68" fmla="*/ 246 w 256"/>
                <a:gd name="T69" fmla="*/ 435 h 514"/>
                <a:gd name="T70" fmla="*/ 250 w 256"/>
                <a:gd name="T71" fmla="*/ 423 h 514"/>
                <a:gd name="T72" fmla="*/ 253 w 256"/>
                <a:gd name="T73" fmla="*/ 411 h 514"/>
                <a:gd name="T74" fmla="*/ 255 w 256"/>
                <a:gd name="T75" fmla="*/ 398 h 514"/>
                <a:gd name="T76" fmla="*/ 256 w 256"/>
                <a:gd name="T77" fmla="*/ 385 h 5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56" h="514">
                  <a:moveTo>
                    <a:pt x="256" y="385"/>
                  </a:moveTo>
                  <a:lnTo>
                    <a:pt x="256" y="128"/>
                  </a:lnTo>
                  <a:lnTo>
                    <a:pt x="256" y="128"/>
                  </a:lnTo>
                  <a:lnTo>
                    <a:pt x="255" y="115"/>
                  </a:lnTo>
                  <a:lnTo>
                    <a:pt x="253" y="103"/>
                  </a:lnTo>
                  <a:lnTo>
                    <a:pt x="250" y="90"/>
                  </a:lnTo>
                  <a:lnTo>
                    <a:pt x="246" y="78"/>
                  </a:lnTo>
                  <a:lnTo>
                    <a:pt x="241" y="67"/>
                  </a:lnTo>
                  <a:lnTo>
                    <a:pt x="234" y="56"/>
                  </a:lnTo>
                  <a:lnTo>
                    <a:pt x="227" y="47"/>
                  </a:lnTo>
                  <a:lnTo>
                    <a:pt x="218" y="37"/>
                  </a:lnTo>
                  <a:lnTo>
                    <a:pt x="210" y="29"/>
                  </a:lnTo>
                  <a:lnTo>
                    <a:pt x="199" y="22"/>
                  </a:lnTo>
                  <a:lnTo>
                    <a:pt x="188" y="16"/>
                  </a:lnTo>
                  <a:lnTo>
                    <a:pt x="178" y="10"/>
                  </a:lnTo>
                  <a:lnTo>
                    <a:pt x="166" y="6"/>
                  </a:lnTo>
                  <a:lnTo>
                    <a:pt x="154" y="3"/>
                  </a:lnTo>
                  <a:lnTo>
                    <a:pt x="141" y="0"/>
                  </a:lnTo>
                  <a:lnTo>
                    <a:pt x="128" y="0"/>
                  </a:lnTo>
                  <a:lnTo>
                    <a:pt x="0" y="0"/>
                  </a:lnTo>
                  <a:lnTo>
                    <a:pt x="0" y="514"/>
                  </a:lnTo>
                  <a:lnTo>
                    <a:pt x="128" y="514"/>
                  </a:lnTo>
                  <a:lnTo>
                    <a:pt x="128" y="514"/>
                  </a:lnTo>
                  <a:lnTo>
                    <a:pt x="141" y="513"/>
                  </a:lnTo>
                  <a:lnTo>
                    <a:pt x="154" y="510"/>
                  </a:lnTo>
                  <a:lnTo>
                    <a:pt x="166" y="508"/>
                  </a:lnTo>
                  <a:lnTo>
                    <a:pt x="178" y="503"/>
                  </a:lnTo>
                  <a:lnTo>
                    <a:pt x="188" y="498"/>
                  </a:lnTo>
                  <a:lnTo>
                    <a:pt x="199" y="491"/>
                  </a:lnTo>
                  <a:lnTo>
                    <a:pt x="210" y="484"/>
                  </a:lnTo>
                  <a:lnTo>
                    <a:pt x="218" y="476"/>
                  </a:lnTo>
                  <a:lnTo>
                    <a:pt x="227" y="466"/>
                  </a:lnTo>
                  <a:lnTo>
                    <a:pt x="234" y="457"/>
                  </a:lnTo>
                  <a:lnTo>
                    <a:pt x="241" y="446"/>
                  </a:lnTo>
                  <a:lnTo>
                    <a:pt x="246" y="435"/>
                  </a:lnTo>
                  <a:lnTo>
                    <a:pt x="250" y="423"/>
                  </a:lnTo>
                  <a:lnTo>
                    <a:pt x="253" y="411"/>
                  </a:lnTo>
                  <a:lnTo>
                    <a:pt x="255" y="398"/>
                  </a:lnTo>
                  <a:lnTo>
                    <a:pt x="256" y="385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0777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5389" algn="l" defTabSz="910777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0777" algn="l" defTabSz="910777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66167" algn="l" defTabSz="910777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1553" algn="l" defTabSz="910777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76941" algn="l" defTabSz="910777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32330" algn="l" defTabSz="910777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187720" algn="l" defTabSz="910777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43107" algn="l" defTabSz="910777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683083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GB" sz="1425" dirty="0">
                <a:solidFill>
                  <a:srgbClr val="555554"/>
                </a:solidFill>
                <a:latin typeface="Arial"/>
              </a:endParaRPr>
            </a:p>
          </p:txBody>
        </p:sp>
        <p:sp>
          <p:nvSpPr>
            <p:cNvPr id="51" name="Freeform 92">
              <a:extLst>
                <a:ext uri="{FF2B5EF4-FFF2-40B4-BE49-F238E27FC236}">
                  <a16:creationId xmlns:a16="http://schemas.microsoft.com/office/drawing/2014/main" id="{D7DBDF1F-2347-1A82-97F1-AC1D0F0E6499}"/>
                </a:ext>
              </a:extLst>
            </p:cNvPr>
            <p:cNvSpPr>
              <a:spLocks/>
            </p:cNvSpPr>
            <p:nvPr/>
          </p:nvSpPr>
          <p:spPr bwMode="auto">
            <a:xfrm>
              <a:off x="628664" y="1553756"/>
              <a:ext cx="1595573" cy="1914441"/>
            </a:xfrm>
            <a:custGeom>
              <a:avLst/>
              <a:gdLst>
                <a:gd name="T0" fmla="*/ 450 w 494"/>
                <a:gd name="T1" fmla="*/ 56 h 654"/>
                <a:gd name="T2" fmla="*/ 462 w 494"/>
                <a:gd name="T3" fmla="*/ 73 h 654"/>
                <a:gd name="T4" fmla="*/ 471 w 494"/>
                <a:gd name="T5" fmla="*/ 92 h 654"/>
                <a:gd name="T6" fmla="*/ 485 w 494"/>
                <a:gd name="T7" fmla="*/ 139 h 654"/>
                <a:gd name="T8" fmla="*/ 493 w 494"/>
                <a:gd name="T9" fmla="*/ 195 h 654"/>
                <a:gd name="T10" fmla="*/ 493 w 494"/>
                <a:gd name="T11" fmla="*/ 254 h 654"/>
                <a:gd name="T12" fmla="*/ 489 w 494"/>
                <a:gd name="T13" fmla="*/ 315 h 654"/>
                <a:gd name="T14" fmla="*/ 480 w 494"/>
                <a:gd name="T15" fmla="*/ 371 h 654"/>
                <a:gd name="T16" fmla="*/ 466 w 494"/>
                <a:gd name="T17" fmla="*/ 419 h 654"/>
                <a:gd name="T18" fmla="*/ 450 w 494"/>
                <a:gd name="T19" fmla="*/ 455 h 654"/>
                <a:gd name="T20" fmla="*/ 433 w 494"/>
                <a:gd name="T21" fmla="*/ 482 h 654"/>
                <a:gd name="T22" fmla="*/ 390 w 494"/>
                <a:gd name="T23" fmla="*/ 546 h 654"/>
                <a:gd name="T24" fmla="*/ 364 w 494"/>
                <a:gd name="T25" fmla="*/ 577 h 654"/>
                <a:gd name="T26" fmla="*/ 336 w 494"/>
                <a:gd name="T27" fmla="*/ 606 h 654"/>
                <a:gd name="T28" fmla="*/ 308 w 494"/>
                <a:gd name="T29" fmla="*/ 629 h 654"/>
                <a:gd name="T30" fmla="*/ 279 w 494"/>
                <a:gd name="T31" fmla="*/ 645 h 654"/>
                <a:gd name="T32" fmla="*/ 251 w 494"/>
                <a:gd name="T33" fmla="*/ 654 h 654"/>
                <a:gd name="T34" fmla="*/ 236 w 494"/>
                <a:gd name="T35" fmla="*/ 651 h 654"/>
                <a:gd name="T36" fmla="*/ 207 w 494"/>
                <a:gd name="T37" fmla="*/ 639 h 654"/>
                <a:gd name="T38" fmla="*/ 177 w 494"/>
                <a:gd name="T39" fmla="*/ 620 h 654"/>
                <a:gd name="T40" fmla="*/ 148 w 494"/>
                <a:gd name="T41" fmla="*/ 595 h 654"/>
                <a:gd name="T42" fmla="*/ 122 w 494"/>
                <a:gd name="T43" fmla="*/ 567 h 654"/>
                <a:gd name="T44" fmla="*/ 98 w 494"/>
                <a:gd name="T45" fmla="*/ 534 h 654"/>
                <a:gd name="T46" fmla="*/ 67 w 494"/>
                <a:gd name="T47" fmla="*/ 486 h 654"/>
                <a:gd name="T48" fmla="*/ 52 w 494"/>
                <a:gd name="T49" fmla="*/ 455 h 654"/>
                <a:gd name="T50" fmla="*/ 34 w 494"/>
                <a:gd name="T51" fmla="*/ 408 h 654"/>
                <a:gd name="T52" fmla="*/ 18 w 494"/>
                <a:gd name="T53" fmla="*/ 356 h 654"/>
                <a:gd name="T54" fmla="*/ 7 w 494"/>
                <a:gd name="T55" fmla="*/ 300 h 654"/>
                <a:gd name="T56" fmla="*/ 1 w 494"/>
                <a:gd name="T57" fmla="*/ 242 h 654"/>
                <a:gd name="T58" fmla="*/ 1 w 494"/>
                <a:gd name="T59" fmla="*/ 188 h 654"/>
                <a:gd name="T60" fmla="*/ 10 w 494"/>
                <a:gd name="T61" fmla="*/ 136 h 654"/>
                <a:gd name="T62" fmla="*/ 21 w 494"/>
                <a:gd name="T63" fmla="*/ 102 h 654"/>
                <a:gd name="T64" fmla="*/ 31 w 494"/>
                <a:gd name="T65" fmla="*/ 83 h 654"/>
                <a:gd name="T66" fmla="*/ 44 w 494"/>
                <a:gd name="T67" fmla="*/ 65 h 654"/>
                <a:gd name="T68" fmla="*/ 52 w 494"/>
                <a:gd name="T69" fmla="*/ 56 h 654"/>
                <a:gd name="T70" fmla="*/ 69 w 494"/>
                <a:gd name="T71" fmla="*/ 43 h 654"/>
                <a:gd name="T72" fmla="*/ 91 w 494"/>
                <a:gd name="T73" fmla="*/ 31 h 654"/>
                <a:gd name="T74" fmla="*/ 140 w 494"/>
                <a:gd name="T75" fmla="*/ 14 h 654"/>
                <a:gd name="T76" fmla="*/ 197 w 494"/>
                <a:gd name="T77" fmla="*/ 3 h 654"/>
                <a:gd name="T78" fmla="*/ 257 w 494"/>
                <a:gd name="T79" fmla="*/ 0 h 654"/>
                <a:gd name="T80" fmla="*/ 316 w 494"/>
                <a:gd name="T81" fmla="*/ 4 h 654"/>
                <a:gd name="T82" fmla="*/ 371 w 494"/>
                <a:gd name="T83" fmla="*/ 15 h 654"/>
                <a:gd name="T84" fmla="*/ 416 w 494"/>
                <a:gd name="T85" fmla="*/ 33 h 654"/>
                <a:gd name="T86" fmla="*/ 435 w 494"/>
                <a:gd name="T87" fmla="*/ 43 h 654"/>
                <a:gd name="T88" fmla="*/ 450 w 494"/>
                <a:gd name="T89" fmla="*/ 56 h 6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494" h="654">
                  <a:moveTo>
                    <a:pt x="450" y="56"/>
                  </a:moveTo>
                  <a:lnTo>
                    <a:pt x="450" y="56"/>
                  </a:lnTo>
                  <a:lnTo>
                    <a:pt x="456" y="65"/>
                  </a:lnTo>
                  <a:lnTo>
                    <a:pt x="462" y="73"/>
                  </a:lnTo>
                  <a:lnTo>
                    <a:pt x="466" y="82"/>
                  </a:lnTo>
                  <a:lnTo>
                    <a:pt x="471" y="92"/>
                  </a:lnTo>
                  <a:lnTo>
                    <a:pt x="480" y="114"/>
                  </a:lnTo>
                  <a:lnTo>
                    <a:pt x="485" y="139"/>
                  </a:lnTo>
                  <a:lnTo>
                    <a:pt x="489" y="166"/>
                  </a:lnTo>
                  <a:lnTo>
                    <a:pt x="493" y="195"/>
                  </a:lnTo>
                  <a:lnTo>
                    <a:pt x="494" y="225"/>
                  </a:lnTo>
                  <a:lnTo>
                    <a:pt x="493" y="254"/>
                  </a:lnTo>
                  <a:lnTo>
                    <a:pt x="491" y="285"/>
                  </a:lnTo>
                  <a:lnTo>
                    <a:pt x="489" y="315"/>
                  </a:lnTo>
                  <a:lnTo>
                    <a:pt x="484" y="344"/>
                  </a:lnTo>
                  <a:lnTo>
                    <a:pt x="480" y="371"/>
                  </a:lnTo>
                  <a:lnTo>
                    <a:pt x="474" y="396"/>
                  </a:lnTo>
                  <a:lnTo>
                    <a:pt x="466" y="419"/>
                  </a:lnTo>
                  <a:lnTo>
                    <a:pt x="458" y="438"/>
                  </a:lnTo>
                  <a:lnTo>
                    <a:pt x="450" y="455"/>
                  </a:lnTo>
                  <a:lnTo>
                    <a:pt x="450" y="455"/>
                  </a:lnTo>
                  <a:lnTo>
                    <a:pt x="433" y="482"/>
                  </a:lnTo>
                  <a:lnTo>
                    <a:pt x="413" y="514"/>
                  </a:lnTo>
                  <a:lnTo>
                    <a:pt x="390" y="546"/>
                  </a:lnTo>
                  <a:lnTo>
                    <a:pt x="377" y="562"/>
                  </a:lnTo>
                  <a:lnTo>
                    <a:pt x="364" y="577"/>
                  </a:lnTo>
                  <a:lnTo>
                    <a:pt x="351" y="592"/>
                  </a:lnTo>
                  <a:lnTo>
                    <a:pt x="336" y="606"/>
                  </a:lnTo>
                  <a:lnTo>
                    <a:pt x="322" y="618"/>
                  </a:lnTo>
                  <a:lnTo>
                    <a:pt x="308" y="629"/>
                  </a:lnTo>
                  <a:lnTo>
                    <a:pt x="294" y="638"/>
                  </a:lnTo>
                  <a:lnTo>
                    <a:pt x="279" y="645"/>
                  </a:lnTo>
                  <a:lnTo>
                    <a:pt x="265" y="651"/>
                  </a:lnTo>
                  <a:lnTo>
                    <a:pt x="251" y="654"/>
                  </a:lnTo>
                  <a:lnTo>
                    <a:pt x="251" y="654"/>
                  </a:lnTo>
                  <a:lnTo>
                    <a:pt x="236" y="651"/>
                  </a:lnTo>
                  <a:lnTo>
                    <a:pt x="221" y="646"/>
                  </a:lnTo>
                  <a:lnTo>
                    <a:pt x="207" y="639"/>
                  </a:lnTo>
                  <a:lnTo>
                    <a:pt x="191" y="631"/>
                  </a:lnTo>
                  <a:lnTo>
                    <a:pt x="177" y="620"/>
                  </a:lnTo>
                  <a:lnTo>
                    <a:pt x="162" y="608"/>
                  </a:lnTo>
                  <a:lnTo>
                    <a:pt x="148" y="595"/>
                  </a:lnTo>
                  <a:lnTo>
                    <a:pt x="135" y="581"/>
                  </a:lnTo>
                  <a:lnTo>
                    <a:pt x="122" y="567"/>
                  </a:lnTo>
                  <a:lnTo>
                    <a:pt x="110" y="550"/>
                  </a:lnTo>
                  <a:lnTo>
                    <a:pt x="98" y="534"/>
                  </a:lnTo>
                  <a:lnTo>
                    <a:pt x="87" y="518"/>
                  </a:lnTo>
                  <a:lnTo>
                    <a:pt x="67" y="486"/>
                  </a:lnTo>
                  <a:lnTo>
                    <a:pt x="52" y="455"/>
                  </a:lnTo>
                  <a:lnTo>
                    <a:pt x="52" y="455"/>
                  </a:lnTo>
                  <a:lnTo>
                    <a:pt x="42" y="432"/>
                  </a:lnTo>
                  <a:lnTo>
                    <a:pt x="34" y="408"/>
                  </a:lnTo>
                  <a:lnTo>
                    <a:pt x="25" y="383"/>
                  </a:lnTo>
                  <a:lnTo>
                    <a:pt x="18" y="356"/>
                  </a:lnTo>
                  <a:lnTo>
                    <a:pt x="12" y="328"/>
                  </a:lnTo>
                  <a:lnTo>
                    <a:pt x="7" y="300"/>
                  </a:lnTo>
                  <a:lnTo>
                    <a:pt x="4" y="271"/>
                  </a:lnTo>
                  <a:lnTo>
                    <a:pt x="1" y="242"/>
                  </a:lnTo>
                  <a:lnTo>
                    <a:pt x="0" y="215"/>
                  </a:lnTo>
                  <a:lnTo>
                    <a:pt x="1" y="188"/>
                  </a:lnTo>
                  <a:lnTo>
                    <a:pt x="5" y="161"/>
                  </a:lnTo>
                  <a:lnTo>
                    <a:pt x="10" y="136"/>
                  </a:lnTo>
                  <a:lnTo>
                    <a:pt x="17" y="113"/>
                  </a:lnTo>
                  <a:lnTo>
                    <a:pt x="21" y="102"/>
                  </a:lnTo>
                  <a:lnTo>
                    <a:pt x="27" y="92"/>
                  </a:lnTo>
                  <a:lnTo>
                    <a:pt x="31" y="83"/>
                  </a:lnTo>
                  <a:lnTo>
                    <a:pt x="37" y="73"/>
                  </a:lnTo>
                  <a:lnTo>
                    <a:pt x="44" y="65"/>
                  </a:lnTo>
                  <a:lnTo>
                    <a:pt x="52" y="56"/>
                  </a:lnTo>
                  <a:lnTo>
                    <a:pt x="52" y="56"/>
                  </a:lnTo>
                  <a:lnTo>
                    <a:pt x="60" y="49"/>
                  </a:lnTo>
                  <a:lnTo>
                    <a:pt x="69" y="43"/>
                  </a:lnTo>
                  <a:lnTo>
                    <a:pt x="80" y="37"/>
                  </a:lnTo>
                  <a:lnTo>
                    <a:pt x="91" y="31"/>
                  </a:lnTo>
                  <a:lnTo>
                    <a:pt x="114" y="22"/>
                  </a:lnTo>
                  <a:lnTo>
                    <a:pt x="140" y="14"/>
                  </a:lnTo>
                  <a:lnTo>
                    <a:pt x="167" y="8"/>
                  </a:lnTo>
                  <a:lnTo>
                    <a:pt x="197" y="3"/>
                  </a:lnTo>
                  <a:lnTo>
                    <a:pt x="227" y="0"/>
                  </a:lnTo>
                  <a:lnTo>
                    <a:pt x="257" y="0"/>
                  </a:lnTo>
                  <a:lnTo>
                    <a:pt x="286" y="2"/>
                  </a:lnTo>
                  <a:lnTo>
                    <a:pt x="316" y="4"/>
                  </a:lnTo>
                  <a:lnTo>
                    <a:pt x="345" y="9"/>
                  </a:lnTo>
                  <a:lnTo>
                    <a:pt x="371" y="15"/>
                  </a:lnTo>
                  <a:lnTo>
                    <a:pt x="395" y="23"/>
                  </a:lnTo>
                  <a:lnTo>
                    <a:pt x="416" y="33"/>
                  </a:lnTo>
                  <a:lnTo>
                    <a:pt x="426" y="39"/>
                  </a:lnTo>
                  <a:lnTo>
                    <a:pt x="435" y="43"/>
                  </a:lnTo>
                  <a:lnTo>
                    <a:pt x="443" y="51"/>
                  </a:lnTo>
                  <a:lnTo>
                    <a:pt x="450" y="56"/>
                  </a:lnTo>
                  <a:lnTo>
                    <a:pt x="450" y="56"/>
                  </a:lnTo>
                  <a:close/>
                </a:path>
              </a:pathLst>
            </a:custGeom>
            <a:solidFill>
              <a:srgbClr val="E5A95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0777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5389" algn="l" defTabSz="910777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0777" algn="l" defTabSz="910777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66167" algn="l" defTabSz="910777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1553" algn="l" defTabSz="910777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76941" algn="l" defTabSz="910777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32330" algn="l" defTabSz="910777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187720" algn="l" defTabSz="910777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43107" algn="l" defTabSz="910777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683083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GB" sz="1425" dirty="0">
                <a:solidFill>
                  <a:srgbClr val="555554"/>
                </a:solidFill>
                <a:latin typeface="Arial"/>
              </a:endParaRPr>
            </a:p>
          </p:txBody>
        </p:sp>
        <p:sp>
          <p:nvSpPr>
            <p:cNvPr id="52" name="Freeform 93">
              <a:extLst>
                <a:ext uri="{FF2B5EF4-FFF2-40B4-BE49-F238E27FC236}">
                  <a16:creationId xmlns:a16="http://schemas.microsoft.com/office/drawing/2014/main" id="{535C1916-D1F5-D040-43D5-87C1856F9B4F}"/>
                </a:ext>
              </a:extLst>
            </p:cNvPr>
            <p:cNvSpPr>
              <a:spLocks/>
            </p:cNvSpPr>
            <p:nvPr/>
          </p:nvSpPr>
          <p:spPr bwMode="auto">
            <a:xfrm>
              <a:off x="1520837" y="1544908"/>
              <a:ext cx="961945" cy="1917372"/>
            </a:xfrm>
            <a:custGeom>
              <a:avLst/>
              <a:gdLst>
                <a:gd name="T0" fmla="*/ 223 w 262"/>
                <a:gd name="T1" fmla="*/ 57 h 655"/>
                <a:gd name="T2" fmla="*/ 233 w 262"/>
                <a:gd name="T3" fmla="*/ 71 h 655"/>
                <a:gd name="T4" fmla="*/ 242 w 262"/>
                <a:gd name="T5" fmla="*/ 88 h 655"/>
                <a:gd name="T6" fmla="*/ 254 w 262"/>
                <a:gd name="T7" fmla="*/ 134 h 655"/>
                <a:gd name="T8" fmla="*/ 261 w 262"/>
                <a:gd name="T9" fmla="*/ 189 h 655"/>
                <a:gd name="T10" fmla="*/ 262 w 262"/>
                <a:gd name="T11" fmla="*/ 249 h 655"/>
                <a:gd name="T12" fmla="*/ 260 w 262"/>
                <a:gd name="T13" fmla="*/ 311 h 655"/>
                <a:gd name="T14" fmla="*/ 251 w 262"/>
                <a:gd name="T15" fmla="*/ 370 h 655"/>
                <a:gd name="T16" fmla="*/ 238 w 262"/>
                <a:gd name="T17" fmla="*/ 419 h 655"/>
                <a:gd name="T18" fmla="*/ 223 w 262"/>
                <a:gd name="T19" fmla="*/ 456 h 655"/>
                <a:gd name="T20" fmla="*/ 206 w 262"/>
                <a:gd name="T21" fmla="*/ 483 h 655"/>
                <a:gd name="T22" fmla="*/ 163 w 262"/>
                <a:gd name="T23" fmla="*/ 547 h 655"/>
                <a:gd name="T24" fmla="*/ 137 w 262"/>
                <a:gd name="T25" fmla="*/ 578 h 655"/>
                <a:gd name="T26" fmla="*/ 109 w 262"/>
                <a:gd name="T27" fmla="*/ 607 h 655"/>
                <a:gd name="T28" fmla="*/ 81 w 262"/>
                <a:gd name="T29" fmla="*/ 630 h 655"/>
                <a:gd name="T30" fmla="*/ 52 w 262"/>
                <a:gd name="T31" fmla="*/ 646 h 655"/>
                <a:gd name="T32" fmla="*/ 24 w 262"/>
                <a:gd name="T33" fmla="*/ 655 h 655"/>
                <a:gd name="T34" fmla="*/ 21 w 262"/>
                <a:gd name="T35" fmla="*/ 646 h 655"/>
                <a:gd name="T36" fmla="*/ 13 w 262"/>
                <a:gd name="T37" fmla="*/ 608 h 655"/>
                <a:gd name="T38" fmla="*/ 6 w 262"/>
                <a:gd name="T39" fmla="*/ 534 h 655"/>
                <a:gd name="T40" fmla="*/ 1 w 262"/>
                <a:gd name="T41" fmla="*/ 441 h 655"/>
                <a:gd name="T42" fmla="*/ 0 w 262"/>
                <a:gd name="T43" fmla="*/ 336 h 655"/>
                <a:gd name="T44" fmla="*/ 2 w 262"/>
                <a:gd name="T45" fmla="*/ 231 h 655"/>
                <a:gd name="T46" fmla="*/ 7 w 262"/>
                <a:gd name="T47" fmla="*/ 135 h 655"/>
                <a:gd name="T48" fmla="*/ 14 w 262"/>
                <a:gd name="T49" fmla="*/ 55 h 655"/>
                <a:gd name="T50" fmla="*/ 26 w 262"/>
                <a:gd name="T51" fmla="*/ 1 h 655"/>
                <a:gd name="T52" fmla="*/ 49 w 262"/>
                <a:gd name="T53" fmla="*/ 0 h 655"/>
                <a:gd name="T54" fmla="*/ 100 w 262"/>
                <a:gd name="T55" fmla="*/ 3 h 655"/>
                <a:gd name="T56" fmla="*/ 138 w 262"/>
                <a:gd name="T57" fmla="*/ 10 h 655"/>
                <a:gd name="T58" fmla="*/ 163 w 262"/>
                <a:gd name="T59" fmla="*/ 19 h 655"/>
                <a:gd name="T60" fmla="*/ 188 w 262"/>
                <a:gd name="T61" fmla="*/ 31 h 655"/>
                <a:gd name="T62" fmla="*/ 212 w 262"/>
                <a:gd name="T63" fmla="*/ 48 h 655"/>
                <a:gd name="T64" fmla="*/ 223 w 262"/>
                <a:gd name="T65" fmla="*/ 57 h 6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62" h="655">
                  <a:moveTo>
                    <a:pt x="223" y="57"/>
                  </a:moveTo>
                  <a:lnTo>
                    <a:pt x="223" y="57"/>
                  </a:lnTo>
                  <a:lnTo>
                    <a:pt x="229" y="63"/>
                  </a:lnTo>
                  <a:lnTo>
                    <a:pt x="233" y="71"/>
                  </a:lnTo>
                  <a:lnTo>
                    <a:pt x="237" y="79"/>
                  </a:lnTo>
                  <a:lnTo>
                    <a:pt x="242" y="88"/>
                  </a:lnTo>
                  <a:lnTo>
                    <a:pt x="249" y="110"/>
                  </a:lnTo>
                  <a:lnTo>
                    <a:pt x="254" y="134"/>
                  </a:lnTo>
                  <a:lnTo>
                    <a:pt x="258" y="160"/>
                  </a:lnTo>
                  <a:lnTo>
                    <a:pt x="261" y="189"/>
                  </a:lnTo>
                  <a:lnTo>
                    <a:pt x="262" y="218"/>
                  </a:lnTo>
                  <a:lnTo>
                    <a:pt x="262" y="249"/>
                  </a:lnTo>
                  <a:lnTo>
                    <a:pt x="261" y="280"/>
                  </a:lnTo>
                  <a:lnTo>
                    <a:pt x="260" y="311"/>
                  </a:lnTo>
                  <a:lnTo>
                    <a:pt x="256" y="341"/>
                  </a:lnTo>
                  <a:lnTo>
                    <a:pt x="251" y="370"/>
                  </a:lnTo>
                  <a:lnTo>
                    <a:pt x="245" y="396"/>
                  </a:lnTo>
                  <a:lnTo>
                    <a:pt x="238" y="419"/>
                  </a:lnTo>
                  <a:lnTo>
                    <a:pt x="231" y="439"/>
                  </a:lnTo>
                  <a:lnTo>
                    <a:pt x="223" y="456"/>
                  </a:lnTo>
                  <a:lnTo>
                    <a:pt x="223" y="456"/>
                  </a:lnTo>
                  <a:lnTo>
                    <a:pt x="206" y="483"/>
                  </a:lnTo>
                  <a:lnTo>
                    <a:pt x="186" y="515"/>
                  </a:lnTo>
                  <a:lnTo>
                    <a:pt x="163" y="547"/>
                  </a:lnTo>
                  <a:lnTo>
                    <a:pt x="150" y="563"/>
                  </a:lnTo>
                  <a:lnTo>
                    <a:pt x="137" y="578"/>
                  </a:lnTo>
                  <a:lnTo>
                    <a:pt x="124" y="593"/>
                  </a:lnTo>
                  <a:lnTo>
                    <a:pt x="109" y="607"/>
                  </a:lnTo>
                  <a:lnTo>
                    <a:pt x="95" y="619"/>
                  </a:lnTo>
                  <a:lnTo>
                    <a:pt x="81" y="630"/>
                  </a:lnTo>
                  <a:lnTo>
                    <a:pt x="67" y="639"/>
                  </a:lnTo>
                  <a:lnTo>
                    <a:pt x="52" y="646"/>
                  </a:lnTo>
                  <a:lnTo>
                    <a:pt x="38" y="652"/>
                  </a:lnTo>
                  <a:lnTo>
                    <a:pt x="24" y="655"/>
                  </a:lnTo>
                  <a:lnTo>
                    <a:pt x="24" y="655"/>
                  </a:lnTo>
                  <a:lnTo>
                    <a:pt x="21" y="646"/>
                  </a:lnTo>
                  <a:lnTo>
                    <a:pt x="18" y="636"/>
                  </a:lnTo>
                  <a:lnTo>
                    <a:pt x="13" y="608"/>
                  </a:lnTo>
                  <a:lnTo>
                    <a:pt x="9" y="575"/>
                  </a:lnTo>
                  <a:lnTo>
                    <a:pt x="6" y="534"/>
                  </a:lnTo>
                  <a:lnTo>
                    <a:pt x="3" y="489"/>
                  </a:lnTo>
                  <a:lnTo>
                    <a:pt x="1" y="441"/>
                  </a:lnTo>
                  <a:lnTo>
                    <a:pt x="0" y="390"/>
                  </a:lnTo>
                  <a:lnTo>
                    <a:pt x="0" y="336"/>
                  </a:lnTo>
                  <a:lnTo>
                    <a:pt x="1" y="284"/>
                  </a:lnTo>
                  <a:lnTo>
                    <a:pt x="2" y="231"/>
                  </a:lnTo>
                  <a:lnTo>
                    <a:pt x="3" y="181"/>
                  </a:lnTo>
                  <a:lnTo>
                    <a:pt x="7" y="135"/>
                  </a:lnTo>
                  <a:lnTo>
                    <a:pt x="11" y="92"/>
                  </a:lnTo>
                  <a:lnTo>
                    <a:pt x="14" y="55"/>
                  </a:lnTo>
                  <a:lnTo>
                    <a:pt x="20" y="24"/>
                  </a:lnTo>
                  <a:lnTo>
                    <a:pt x="26" y="1"/>
                  </a:lnTo>
                  <a:lnTo>
                    <a:pt x="26" y="1"/>
                  </a:lnTo>
                  <a:lnTo>
                    <a:pt x="49" y="0"/>
                  </a:lnTo>
                  <a:lnTo>
                    <a:pt x="74" y="1"/>
                  </a:lnTo>
                  <a:lnTo>
                    <a:pt x="100" y="3"/>
                  </a:lnTo>
                  <a:lnTo>
                    <a:pt x="125" y="7"/>
                  </a:lnTo>
                  <a:lnTo>
                    <a:pt x="138" y="10"/>
                  </a:lnTo>
                  <a:lnTo>
                    <a:pt x="151" y="15"/>
                  </a:lnTo>
                  <a:lnTo>
                    <a:pt x="163" y="19"/>
                  </a:lnTo>
                  <a:lnTo>
                    <a:pt x="176" y="24"/>
                  </a:lnTo>
                  <a:lnTo>
                    <a:pt x="188" y="31"/>
                  </a:lnTo>
                  <a:lnTo>
                    <a:pt x="200" y="38"/>
                  </a:lnTo>
                  <a:lnTo>
                    <a:pt x="212" y="48"/>
                  </a:lnTo>
                  <a:lnTo>
                    <a:pt x="223" y="57"/>
                  </a:lnTo>
                  <a:lnTo>
                    <a:pt x="223" y="57"/>
                  </a:lnTo>
                  <a:close/>
                </a:path>
              </a:pathLst>
            </a:custGeom>
            <a:solidFill>
              <a:srgbClr val="C77F1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0777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5389" algn="l" defTabSz="910777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0777" algn="l" defTabSz="910777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66167" algn="l" defTabSz="910777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1553" algn="l" defTabSz="910777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76941" algn="l" defTabSz="910777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32330" algn="l" defTabSz="910777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187720" algn="l" defTabSz="910777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43107" algn="l" defTabSz="910777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683083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GB" sz="1425" dirty="0">
                <a:solidFill>
                  <a:srgbClr val="555554"/>
                </a:solidFill>
                <a:latin typeface="Arial"/>
              </a:endParaRPr>
            </a:p>
          </p:txBody>
        </p:sp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AA40D84D-50C5-8B62-7CCE-9353F296390B}"/>
              </a:ext>
            </a:extLst>
          </p:cNvPr>
          <p:cNvGrpSpPr/>
          <p:nvPr/>
        </p:nvGrpSpPr>
        <p:grpSpPr>
          <a:xfrm>
            <a:off x="7293825" y="971440"/>
            <a:ext cx="1706152" cy="3657710"/>
            <a:chOff x="300577" y="1488157"/>
            <a:chExt cx="2174591" cy="5718973"/>
          </a:xfrm>
        </p:grpSpPr>
        <p:sp>
          <p:nvSpPr>
            <p:cNvPr id="62" name="Freeform 60">
              <a:extLst>
                <a:ext uri="{FF2B5EF4-FFF2-40B4-BE49-F238E27FC236}">
                  <a16:creationId xmlns:a16="http://schemas.microsoft.com/office/drawing/2014/main" id="{D1BCEBB9-9CF0-2E97-04F2-146E1E817448}"/>
                </a:ext>
              </a:extLst>
            </p:cNvPr>
            <p:cNvSpPr>
              <a:spLocks/>
            </p:cNvSpPr>
            <p:nvPr/>
          </p:nvSpPr>
          <p:spPr bwMode="auto">
            <a:xfrm>
              <a:off x="668473" y="4743297"/>
              <a:ext cx="1501975" cy="292728"/>
            </a:xfrm>
            <a:custGeom>
              <a:avLst/>
              <a:gdLst>
                <a:gd name="T0" fmla="*/ 0 w 513"/>
                <a:gd name="T1" fmla="*/ 50 h 100"/>
                <a:gd name="T2" fmla="*/ 0 w 513"/>
                <a:gd name="T3" fmla="*/ 50 h 100"/>
                <a:gd name="T4" fmla="*/ 1 w 513"/>
                <a:gd name="T5" fmla="*/ 45 h 100"/>
                <a:gd name="T6" fmla="*/ 4 w 513"/>
                <a:gd name="T7" fmla="*/ 39 h 100"/>
                <a:gd name="T8" fmla="*/ 11 w 513"/>
                <a:gd name="T9" fmla="*/ 34 h 100"/>
                <a:gd name="T10" fmla="*/ 20 w 513"/>
                <a:gd name="T11" fmla="*/ 31 h 100"/>
                <a:gd name="T12" fmla="*/ 31 w 513"/>
                <a:gd name="T13" fmla="*/ 26 h 100"/>
                <a:gd name="T14" fmla="*/ 44 w 513"/>
                <a:gd name="T15" fmla="*/ 23 h 100"/>
                <a:gd name="T16" fmla="*/ 75 w 513"/>
                <a:gd name="T17" fmla="*/ 14 h 100"/>
                <a:gd name="T18" fmla="*/ 113 w 513"/>
                <a:gd name="T19" fmla="*/ 8 h 100"/>
                <a:gd name="T20" fmla="*/ 156 w 513"/>
                <a:gd name="T21" fmla="*/ 3 h 100"/>
                <a:gd name="T22" fmla="*/ 205 w 513"/>
                <a:gd name="T23" fmla="*/ 1 h 100"/>
                <a:gd name="T24" fmla="*/ 256 w 513"/>
                <a:gd name="T25" fmla="*/ 0 h 100"/>
                <a:gd name="T26" fmla="*/ 256 w 513"/>
                <a:gd name="T27" fmla="*/ 0 h 100"/>
                <a:gd name="T28" fmla="*/ 308 w 513"/>
                <a:gd name="T29" fmla="*/ 1 h 100"/>
                <a:gd name="T30" fmla="*/ 356 w 513"/>
                <a:gd name="T31" fmla="*/ 3 h 100"/>
                <a:gd name="T32" fmla="*/ 400 w 513"/>
                <a:gd name="T33" fmla="*/ 8 h 100"/>
                <a:gd name="T34" fmla="*/ 438 w 513"/>
                <a:gd name="T35" fmla="*/ 14 h 100"/>
                <a:gd name="T36" fmla="*/ 469 w 513"/>
                <a:gd name="T37" fmla="*/ 23 h 100"/>
                <a:gd name="T38" fmla="*/ 482 w 513"/>
                <a:gd name="T39" fmla="*/ 26 h 100"/>
                <a:gd name="T40" fmla="*/ 493 w 513"/>
                <a:gd name="T41" fmla="*/ 31 h 100"/>
                <a:gd name="T42" fmla="*/ 501 w 513"/>
                <a:gd name="T43" fmla="*/ 34 h 100"/>
                <a:gd name="T44" fmla="*/ 507 w 513"/>
                <a:gd name="T45" fmla="*/ 39 h 100"/>
                <a:gd name="T46" fmla="*/ 512 w 513"/>
                <a:gd name="T47" fmla="*/ 45 h 100"/>
                <a:gd name="T48" fmla="*/ 513 w 513"/>
                <a:gd name="T49" fmla="*/ 50 h 100"/>
                <a:gd name="T50" fmla="*/ 513 w 513"/>
                <a:gd name="T51" fmla="*/ 50 h 100"/>
                <a:gd name="T52" fmla="*/ 512 w 513"/>
                <a:gd name="T53" fmla="*/ 55 h 100"/>
                <a:gd name="T54" fmla="*/ 507 w 513"/>
                <a:gd name="T55" fmla="*/ 59 h 100"/>
                <a:gd name="T56" fmla="*/ 501 w 513"/>
                <a:gd name="T57" fmla="*/ 64 h 100"/>
                <a:gd name="T58" fmla="*/ 493 w 513"/>
                <a:gd name="T59" fmla="*/ 69 h 100"/>
                <a:gd name="T60" fmla="*/ 482 w 513"/>
                <a:gd name="T61" fmla="*/ 74 h 100"/>
                <a:gd name="T62" fmla="*/ 469 w 513"/>
                <a:gd name="T63" fmla="*/ 77 h 100"/>
                <a:gd name="T64" fmla="*/ 438 w 513"/>
                <a:gd name="T65" fmla="*/ 85 h 100"/>
                <a:gd name="T66" fmla="*/ 400 w 513"/>
                <a:gd name="T67" fmla="*/ 90 h 100"/>
                <a:gd name="T68" fmla="*/ 356 w 513"/>
                <a:gd name="T69" fmla="*/ 95 h 100"/>
                <a:gd name="T70" fmla="*/ 308 w 513"/>
                <a:gd name="T71" fmla="*/ 99 h 100"/>
                <a:gd name="T72" fmla="*/ 256 w 513"/>
                <a:gd name="T73" fmla="*/ 100 h 100"/>
                <a:gd name="T74" fmla="*/ 256 w 513"/>
                <a:gd name="T75" fmla="*/ 100 h 100"/>
                <a:gd name="T76" fmla="*/ 205 w 513"/>
                <a:gd name="T77" fmla="*/ 99 h 100"/>
                <a:gd name="T78" fmla="*/ 156 w 513"/>
                <a:gd name="T79" fmla="*/ 95 h 100"/>
                <a:gd name="T80" fmla="*/ 113 w 513"/>
                <a:gd name="T81" fmla="*/ 90 h 100"/>
                <a:gd name="T82" fmla="*/ 75 w 513"/>
                <a:gd name="T83" fmla="*/ 85 h 100"/>
                <a:gd name="T84" fmla="*/ 44 w 513"/>
                <a:gd name="T85" fmla="*/ 77 h 100"/>
                <a:gd name="T86" fmla="*/ 31 w 513"/>
                <a:gd name="T87" fmla="*/ 74 h 100"/>
                <a:gd name="T88" fmla="*/ 20 w 513"/>
                <a:gd name="T89" fmla="*/ 69 h 100"/>
                <a:gd name="T90" fmla="*/ 11 w 513"/>
                <a:gd name="T91" fmla="*/ 64 h 100"/>
                <a:gd name="T92" fmla="*/ 4 w 513"/>
                <a:gd name="T93" fmla="*/ 59 h 100"/>
                <a:gd name="T94" fmla="*/ 1 w 513"/>
                <a:gd name="T95" fmla="*/ 55 h 100"/>
                <a:gd name="T96" fmla="*/ 0 w 513"/>
                <a:gd name="T97" fmla="*/ 50 h 100"/>
                <a:gd name="T98" fmla="*/ 0 w 513"/>
                <a:gd name="T99" fmla="*/ 50 h 1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513" h="100">
                  <a:moveTo>
                    <a:pt x="0" y="50"/>
                  </a:moveTo>
                  <a:lnTo>
                    <a:pt x="0" y="50"/>
                  </a:lnTo>
                  <a:lnTo>
                    <a:pt x="1" y="45"/>
                  </a:lnTo>
                  <a:lnTo>
                    <a:pt x="4" y="39"/>
                  </a:lnTo>
                  <a:lnTo>
                    <a:pt x="11" y="34"/>
                  </a:lnTo>
                  <a:lnTo>
                    <a:pt x="20" y="31"/>
                  </a:lnTo>
                  <a:lnTo>
                    <a:pt x="31" y="26"/>
                  </a:lnTo>
                  <a:lnTo>
                    <a:pt x="44" y="23"/>
                  </a:lnTo>
                  <a:lnTo>
                    <a:pt x="75" y="14"/>
                  </a:lnTo>
                  <a:lnTo>
                    <a:pt x="113" y="8"/>
                  </a:lnTo>
                  <a:lnTo>
                    <a:pt x="156" y="3"/>
                  </a:lnTo>
                  <a:lnTo>
                    <a:pt x="205" y="1"/>
                  </a:lnTo>
                  <a:lnTo>
                    <a:pt x="256" y="0"/>
                  </a:lnTo>
                  <a:lnTo>
                    <a:pt x="256" y="0"/>
                  </a:lnTo>
                  <a:lnTo>
                    <a:pt x="308" y="1"/>
                  </a:lnTo>
                  <a:lnTo>
                    <a:pt x="356" y="3"/>
                  </a:lnTo>
                  <a:lnTo>
                    <a:pt x="400" y="8"/>
                  </a:lnTo>
                  <a:lnTo>
                    <a:pt x="438" y="14"/>
                  </a:lnTo>
                  <a:lnTo>
                    <a:pt x="469" y="23"/>
                  </a:lnTo>
                  <a:lnTo>
                    <a:pt x="482" y="26"/>
                  </a:lnTo>
                  <a:lnTo>
                    <a:pt x="493" y="31"/>
                  </a:lnTo>
                  <a:lnTo>
                    <a:pt x="501" y="34"/>
                  </a:lnTo>
                  <a:lnTo>
                    <a:pt x="507" y="39"/>
                  </a:lnTo>
                  <a:lnTo>
                    <a:pt x="512" y="45"/>
                  </a:lnTo>
                  <a:lnTo>
                    <a:pt x="513" y="50"/>
                  </a:lnTo>
                  <a:lnTo>
                    <a:pt x="513" y="50"/>
                  </a:lnTo>
                  <a:lnTo>
                    <a:pt x="512" y="55"/>
                  </a:lnTo>
                  <a:lnTo>
                    <a:pt x="507" y="59"/>
                  </a:lnTo>
                  <a:lnTo>
                    <a:pt x="501" y="64"/>
                  </a:lnTo>
                  <a:lnTo>
                    <a:pt x="493" y="69"/>
                  </a:lnTo>
                  <a:lnTo>
                    <a:pt x="482" y="74"/>
                  </a:lnTo>
                  <a:lnTo>
                    <a:pt x="469" y="77"/>
                  </a:lnTo>
                  <a:lnTo>
                    <a:pt x="438" y="85"/>
                  </a:lnTo>
                  <a:lnTo>
                    <a:pt x="400" y="90"/>
                  </a:lnTo>
                  <a:lnTo>
                    <a:pt x="356" y="95"/>
                  </a:lnTo>
                  <a:lnTo>
                    <a:pt x="308" y="99"/>
                  </a:lnTo>
                  <a:lnTo>
                    <a:pt x="256" y="100"/>
                  </a:lnTo>
                  <a:lnTo>
                    <a:pt x="256" y="100"/>
                  </a:lnTo>
                  <a:lnTo>
                    <a:pt x="205" y="99"/>
                  </a:lnTo>
                  <a:lnTo>
                    <a:pt x="156" y="95"/>
                  </a:lnTo>
                  <a:lnTo>
                    <a:pt x="113" y="90"/>
                  </a:lnTo>
                  <a:lnTo>
                    <a:pt x="75" y="85"/>
                  </a:lnTo>
                  <a:lnTo>
                    <a:pt x="44" y="77"/>
                  </a:lnTo>
                  <a:lnTo>
                    <a:pt x="31" y="74"/>
                  </a:lnTo>
                  <a:lnTo>
                    <a:pt x="20" y="69"/>
                  </a:lnTo>
                  <a:lnTo>
                    <a:pt x="11" y="64"/>
                  </a:lnTo>
                  <a:lnTo>
                    <a:pt x="4" y="59"/>
                  </a:lnTo>
                  <a:lnTo>
                    <a:pt x="1" y="55"/>
                  </a:lnTo>
                  <a:lnTo>
                    <a:pt x="0" y="50"/>
                  </a:lnTo>
                  <a:lnTo>
                    <a:pt x="0" y="50"/>
                  </a:lnTo>
                  <a:close/>
                </a:path>
              </a:pathLst>
            </a:custGeom>
            <a:solidFill>
              <a:srgbClr val="C0BF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0777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5389" algn="l" defTabSz="910777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0777" algn="l" defTabSz="910777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66167" algn="l" defTabSz="910777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1553" algn="l" defTabSz="910777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76941" algn="l" defTabSz="910777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32330" algn="l" defTabSz="910777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187720" algn="l" defTabSz="910777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43107" algn="l" defTabSz="910777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683083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GB" sz="1425" dirty="0">
                <a:solidFill>
                  <a:srgbClr val="555554"/>
                </a:solidFill>
                <a:latin typeface="Arial"/>
              </a:endParaRPr>
            </a:p>
          </p:txBody>
        </p:sp>
        <p:sp>
          <p:nvSpPr>
            <p:cNvPr id="63" name="Freeform 61">
              <a:extLst>
                <a:ext uri="{FF2B5EF4-FFF2-40B4-BE49-F238E27FC236}">
                  <a16:creationId xmlns:a16="http://schemas.microsoft.com/office/drawing/2014/main" id="{5085FFBE-4F91-9E9E-45BA-76A4C1BFFD40}"/>
                </a:ext>
              </a:extLst>
            </p:cNvPr>
            <p:cNvSpPr>
              <a:spLocks/>
            </p:cNvSpPr>
            <p:nvPr/>
          </p:nvSpPr>
          <p:spPr bwMode="auto">
            <a:xfrm>
              <a:off x="300577" y="3402603"/>
              <a:ext cx="1117419" cy="3804527"/>
            </a:xfrm>
            <a:custGeom>
              <a:avLst/>
              <a:gdLst>
                <a:gd name="T0" fmla="*/ 0 w 257"/>
                <a:gd name="T1" fmla="*/ 385 h 514"/>
                <a:gd name="T2" fmla="*/ 0 w 257"/>
                <a:gd name="T3" fmla="*/ 129 h 514"/>
                <a:gd name="T4" fmla="*/ 0 w 257"/>
                <a:gd name="T5" fmla="*/ 129 h 514"/>
                <a:gd name="T6" fmla="*/ 0 w 257"/>
                <a:gd name="T7" fmla="*/ 116 h 514"/>
                <a:gd name="T8" fmla="*/ 2 w 257"/>
                <a:gd name="T9" fmla="*/ 103 h 514"/>
                <a:gd name="T10" fmla="*/ 5 w 257"/>
                <a:gd name="T11" fmla="*/ 91 h 514"/>
                <a:gd name="T12" fmla="*/ 9 w 257"/>
                <a:gd name="T13" fmla="*/ 79 h 514"/>
                <a:gd name="T14" fmla="*/ 15 w 257"/>
                <a:gd name="T15" fmla="*/ 67 h 514"/>
                <a:gd name="T16" fmla="*/ 21 w 257"/>
                <a:gd name="T17" fmla="*/ 56 h 514"/>
                <a:gd name="T18" fmla="*/ 29 w 257"/>
                <a:gd name="T19" fmla="*/ 47 h 514"/>
                <a:gd name="T20" fmla="*/ 36 w 257"/>
                <a:gd name="T21" fmla="*/ 37 h 514"/>
                <a:gd name="T22" fmla="*/ 46 w 257"/>
                <a:gd name="T23" fmla="*/ 29 h 514"/>
                <a:gd name="T24" fmla="*/ 56 w 257"/>
                <a:gd name="T25" fmla="*/ 22 h 514"/>
                <a:gd name="T26" fmla="*/ 66 w 257"/>
                <a:gd name="T27" fmla="*/ 16 h 514"/>
                <a:gd name="T28" fmla="*/ 78 w 257"/>
                <a:gd name="T29" fmla="*/ 10 h 514"/>
                <a:gd name="T30" fmla="*/ 90 w 257"/>
                <a:gd name="T31" fmla="*/ 6 h 514"/>
                <a:gd name="T32" fmla="*/ 102 w 257"/>
                <a:gd name="T33" fmla="*/ 3 h 514"/>
                <a:gd name="T34" fmla="*/ 115 w 257"/>
                <a:gd name="T35" fmla="*/ 0 h 514"/>
                <a:gd name="T36" fmla="*/ 128 w 257"/>
                <a:gd name="T37" fmla="*/ 0 h 514"/>
                <a:gd name="T38" fmla="*/ 257 w 257"/>
                <a:gd name="T39" fmla="*/ 0 h 514"/>
                <a:gd name="T40" fmla="*/ 257 w 257"/>
                <a:gd name="T41" fmla="*/ 514 h 514"/>
                <a:gd name="T42" fmla="*/ 128 w 257"/>
                <a:gd name="T43" fmla="*/ 514 h 514"/>
                <a:gd name="T44" fmla="*/ 128 w 257"/>
                <a:gd name="T45" fmla="*/ 514 h 514"/>
                <a:gd name="T46" fmla="*/ 115 w 257"/>
                <a:gd name="T47" fmla="*/ 513 h 514"/>
                <a:gd name="T48" fmla="*/ 102 w 257"/>
                <a:gd name="T49" fmla="*/ 510 h 514"/>
                <a:gd name="T50" fmla="*/ 90 w 257"/>
                <a:gd name="T51" fmla="*/ 508 h 514"/>
                <a:gd name="T52" fmla="*/ 78 w 257"/>
                <a:gd name="T53" fmla="*/ 503 h 514"/>
                <a:gd name="T54" fmla="*/ 66 w 257"/>
                <a:gd name="T55" fmla="*/ 498 h 514"/>
                <a:gd name="T56" fmla="*/ 56 w 257"/>
                <a:gd name="T57" fmla="*/ 491 h 514"/>
                <a:gd name="T58" fmla="*/ 46 w 257"/>
                <a:gd name="T59" fmla="*/ 484 h 514"/>
                <a:gd name="T60" fmla="*/ 36 w 257"/>
                <a:gd name="T61" fmla="*/ 476 h 514"/>
                <a:gd name="T62" fmla="*/ 29 w 257"/>
                <a:gd name="T63" fmla="*/ 466 h 514"/>
                <a:gd name="T64" fmla="*/ 21 w 257"/>
                <a:gd name="T65" fmla="*/ 457 h 514"/>
                <a:gd name="T66" fmla="*/ 15 w 257"/>
                <a:gd name="T67" fmla="*/ 446 h 514"/>
                <a:gd name="T68" fmla="*/ 9 w 257"/>
                <a:gd name="T69" fmla="*/ 435 h 514"/>
                <a:gd name="T70" fmla="*/ 5 w 257"/>
                <a:gd name="T71" fmla="*/ 423 h 514"/>
                <a:gd name="T72" fmla="*/ 2 w 257"/>
                <a:gd name="T73" fmla="*/ 410 h 514"/>
                <a:gd name="T74" fmla="*/ 0 w 257"/>
                <a:gd name="T75" fmla="*/ 398 h 514"/>
                <a:gd name="T76" fmla="*/ 0 w 257"/>
                <a:gd name="T77" fmla="*/ 385 h 5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57" h="514">
                  <a:moveTo>
                    <a:pt x="0" y="385"/>
                  </a:moveTo>
                  <a:lnTo>
                    <a:pt x="0" y="129"/>
                  </a:lnTo>
                  <a:lnTo>
                    <a:pt x="0" y="129"/>
                  </a:lnTo>
                  <a:lnTo>
                    <a:pt x="0" y="116"/>
                  </a:lnTo>
                  <a:lnTo>
                    <a:pt x="2" y="103"/>
                  </a:lnTo>
                  <a:lnTo>
                    <a:pt x="5" y="91"/>
                  </a:lnTo>
                  <a:lnTo>
                    <a:pt x="9" y="79"/>
                  </a:lnTo>
                  <a:lnTo>
                    <a:pt x="15" y="67"/>
                  </a:lnTo>
                  <a:lnTo>
                    <a:pt x="21" y="56"/>
                  </a:lnTo>
                  <a:lnTo>
                    <a:pt x="29" y="47"/>
                  </a:lnTo>
                  <a:lnTo>
                    <a:pt x="36" y="37"/>
                  </a:lnTo>
                  <a:lnTo>
                    <a:pt x="46" y="29"/>
                  </a:lnTo>
                  <a:lnTo>
                    <a:pt x="56" y="22"/>
                  </a:lnTo>
                  <a:lnTo>
                    <a:pt x="66" y="16"/>
                  </a:lnTo>
                  <a:lnTo>
                    <a:pt x="78" y="10"/>
                  </a:lnTo>
                  <a:lnTo>
                    <a:pt x="90" y="6"/>
                  </a:lnTo>
                  <a:lnTo>
                    <a:pt x="102" y="3"/>
                  </a:lnTo>
                  <a:lnTo>
                    <a:pt x="115" y="0"/>
                  </a:lnTo>
                  <a:lnTo>
                    <a:pt x="128" y="0"/>
                  </a:lnTo>
                  <a:lnTo>
                    <a:pt x="257" y="0"/>
                  </a:lnTo>
                  <a:lnTo>
                    <a:pt x="257" y="514"/>
                  </a:lnTo>
                  <a:lnTo>
                    <a:pt x="128" y="514"/>
                  </a:lnTo>
                  <a:lnTo>
                    <a:pt x="128" y="514"/>
                  </a:lnTo>
                  <a:lnTo>
                    <a:pt x="115" y="513"/>
                  </a:lnTo>
                  <a:lnTo>
                    <a:pt x="102" y="510"/>
                  </a:lnTo>
                  <a:lnTo>
                    <a:pt x="90" y="508"/>
                  </a:lnTo>
                  <a:lnTo>
                    <a:pt x="78" y="503"/>
                  </a:lnTo>
                  <a:lnTo>
                    <a:pt x="66" y="498"/>
                  </a:lnTo>
                  <a:lnTo>
                    <a:pt x="56" y="491"/>
                  </a:lnTo>
                  <a:lnTo>
                    <a:pt x="46" y="484"/>
                  </a:lnTo>
                  <a:lnTo>
                    <a:pt x="36" y="476"/>
                  </a:lnTo>
                  <a:lnTo>
                    <a:pt x="29" y="466"/>
                  </a:lnTo>
                  <a:lnTo>
                    <a:pt x="21" y="457"/>
                  </a:lnTo>
                  <a:lnTo>
                    <a:pt x="15" y="446"/>
                  </a:lnTo>
                  <a:lnTo>
                    <a:pt x="9" y="435"/>
                  </a:lnTo>
                  <a:lnTo>
                    <a:pt x="5" y="423"/>
                  </a:lnTo>
                  <a:lnTo>
                    <a:pt x="2" y="410"/>
                  </a:lnTo>
                  <a:lnTo>
                    <a:pt x="0" y="398"/>
                  </a:lnTo>
                  <a:lnTo>
                    <a:pt x="0" y="385"/>
                  </a:lnTo>
                  <a:close/>
                </a:path>
              </a:pathLst>
            </a:custGeom>
            <a:solidFill>
              <a:schemeClr val="bg2">
                <a:lumMod val="7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0777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5389" algn="l" defTabSz="910777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0777" algn="l" defTabSz="910777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66167" algn="l" defTabSz="910777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1553" algn="l" defTabSz="910777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76941" algn="l" defTabSz="910777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32330" algn="l" defTabSz="910777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187720" algn="l" defTabSz="910777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43107" algn="l" defTabSz="910777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683083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GB" sz="1425" dirty="0">
                <a:solidFill>
                  <a:srgbClr val="555554"/>
                </a:solidFill>
                <a:latin typeface="Arial"/>
              </a:endParaRPr>
            </a:p>
          </p:txBody>
        </p:sp>
        <p:sp>
          <p:nvSpPr>
            <p:cNvPr id="64" name="Freeform 89">
              <a:extLst>
                <a:ext uri="{FF2B5EF4-FFF2-40B4-BE49-F238E27FC236}">
                  <a16:creationId xmlns:a16="http://schemas.microsoft.com/office/drawing/2014/main" id="{340F968A-743B-B200-330B-5297BC299A55}"/>
                </a:ext>
              </a:extLst>
            </p:cNvPr>
            <p:cNvSpPr>
              <a:spLocks/>
            </p:cNvSpPr>
            <p:nvPr/>
          </p:nvSpPr>
          <p:spPr bwMode="auto">
            <a:xfrm>
              <a:off x="668473" y="3402603"/>
              <a:ext cx="752452" cy="1504622"/>
            </a:xfrm>
            <a:custGeom>
              <a:avLst/>
              <a:gdLst>
                <a:gd name="T0" fmla="*/ 0 w 257"/>
                <a:gd name="T1" fmla="*/ 385 h 514"/>
                <a:gd name="T2" fmla="*/ 0 w 257"/>
                <a:gd name="T3" fmla="*/ 129 h 514"/>
                <a:gd name="T4" fmla="*/ 0 w 257"/>
                <a:gd name="T5" fmla="*/ 129 h 514"/>
                <a:gd name="T6" fmla="*/ 0 w 257"/>
                <a:gd name="T7" fmla="*/ 116 h 514"/>
                <a:gd name="T8" fmla="*/ 2 w 257"/>
                <a:gd name="T9" fmla="*/ 103 h 514"/>
                <a:gd name="T10" fmla="*/ 5 w 257"/>
                <a:gd name="T11" fmla="*/ 91 h 514"/>
                <a:gd name="T12" fmla="*/ 9 w 257"/>
                <a:gd name="T13" fmla="*/ 79 h 514"/>
                <a:gd name="T14" fmla="*/ 15 w 257"/>
                <a:gd name="T15" fmla="*/ 67 h 514"/>
                <a:gd name="T16" fmla="*/ 21 w 257"/>
                <a:gd name="T17" fmla="*/ 56 h 514"/>
                <a:gd name="T18" fmla="*/ 29 w 257"/>
                <a:gd name="T19" fmla="*/ 47 h 514"/>
                <a:gd name="T20" fmla="*/ 36 w 257"/>
                <a:gd name="T21" fmla="*/ 37 h 514"/>
                <a:gd name="T22" fmla="*/ 46 w 257"/>
                <a:gd name="T23" fmla="*/ 29 h 514"/>
                <a:gd name="T24" fmla="*/ 56 w 257"/>
                <a:gd name="T25" fmla="*/ 22 h 514"/>
                <a:gd name="T26" fmla="*/ 66 w 257"/>
                <a:gd name="T27" fmla="*/ 16 h 514"/>
                <a:gd name="T28" fmla="*/ 78 w 257"/>
                <a:gd name="T29" fmla="*/ 10 h 514"/>
                <a:gd name="T30" fmla="*/ 90 w 257"/>
                <a:gd name="T31" fmla="*/ 6 h 514"/>
                <a:gd name="T32" fmla="*/ 102 w 257"/>
                <a:gd name="T33" fmla="*/ 3 h 514"/>
                <a:gd name="T34" fmla="*/ 115 w 257"/>
                <a:gd name="T35" fmla="*/ 0 h 514"/>
                <a:gd name="T36" fmla="*/ 128 w 257"/>
                <a:gd name="T37" fmla="*/ 0 h 514"/>
                <a:gd name="T38" fmla="*/ 257 w 257"/>
                <a:gd name="T39" fmla="*/ 0 h 514"/>
                <a:gd name="T40" fmla="*/ 257 w 257"/>
                <a:gd name="T41" fmla="*/ 514 h 514"/>
                <a:gd name="T42" fmla="*/ 128 w 257"/>
                <a:gd name="T43" fmla="*/ 514 h 514"/>
                <a:gd name="T44" fmla="*/ 128 w 257"/>
                <a:gd name="T45" fmla="*/ 514 h 514"/>
                <a:gd name="T46" fmla="*/ 115 w 257"/>
                <a:gd name="T47" fmla="*/ 513 h 514"/>
                <a:gd name="T48" fmla="*/ 102 w 257"/>
                <a:gd name="T49" fmla="*/ 510 h 514"/>
                <a:gd name="T50" fmla="*/ 90 w 257"/>
                <a:gd name="T51" fmla="*/ 508 h 514"/>
                <a:gd name="T52" fmla="*/ 78 w 257"/>
                <a:gd name="T53" fmla="*/ 503 h 514"/>
                <a:gd name="T54" fmla="*/ 66 w 257"/>
                <a:gd name="T55" fmla="*/ 498 h 514"/>
                <a:gd name="T56" fmla="*/ 56 w 257"/>
                <a:gd name="T57" fmla="*/ 491 h 514"/>
                <a:gd name="T58" fmla="*/ 46 w 257"/>
                <a:gd name="T59" fmla="*/ 484 h 514"/>
                <a:gd name="T60" fmla="*/ 36 w 257"/>
                <a:gd name="T61" fmla="*/ 476 h 514"/>
                <a:gd name="T62" fmla="*/ 29 w 257"/>
                <a:gd name="T63" fmla="*/ 466 h 514"/>
                <a:gd name="T64" fmla="*/ 21 w 257"/>
                <a:gd name="T65" fmla="*/ 457 h 514"/>
                <a:gd name="T66" fmla="*/ 15 w 257"/>
                <a:gd name="T67" fmla="*/ 446 h 514"/>
                <a:gd name="T68" fmla="*/ 9 w 257"/>
                <a:gd name="T69" fmla="*/ 435 h 514"/>
                <a:gd name="T70" fmla="*/ 5 w 257"/>
                <a:gd name="T71" fmla="*/ 423 h 514"/>
                <a:gd name="T72" fmla="*/ 2 w 257"/>
                <a:gd name="T73" fmla="*/ 410 h 514"/>
                <a:gd name="T74" fmla="*/ 0 w 257"/>
                <a:gd name="T75" fmla="*/ 398 h 514"/>
                <a:gd name="T76" fmla="*/ 0 w 257"/>
                <a:gd name="T77" fmla="*/ 385 h 5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57" h="514">
                  <a:moveTo>
                    <a:pt x="0" y="385"/>
                  </a:moveTo>
                  <a:lnTo>
                    <a:pt x="0" y="129"/>
                  </a:lnTo>
                  <a:lnTo>
                    <a:pt x="0" y="129"/>
                  </a:lnTo>
                  <a:lnTo>
                    <a:pt x="0" y="116"/>
                  </a:lnTo>
                  <a:lnTo>
                    <a:pt x="2" y="103"/>
                  </a:lnTo>
                  <a:lnTo>
                    <a:pt x="5" y="91"/>
                  </a:lnTo>
                  <a:lnTo>
                    <a:pt x="9" y="79"/>
                  </a:lnTo>
                  <a:lnTo>
                    <a:pt x="15" y="67"/>
                  </a:lnTo>
                  <a:lnTo>
                    <a:pt x="21" y="56"/>
                  </a:lnTo>
                  <a:lnTo>
                    <a:pt x="29" y="47"/>
                  </a:lnTo>
                  <a:lnTo>
                    <a:pt x="36" y="37"/>
                  </a:lnTo>
                  <a:lnTo>
                    <a:pt x="46" y="29"/>
                  </a:lnTo>
                  <a:lnTo>
                    <a:pt x="56" y="22"/>
                  </a:lnTo>
                  <a:lnTo>
                    <a:pt x="66" y="16"/>
                  </a:lnTo>
                  <a:lnTo>
                    <a:pt x="78" y="10"/>
                  </a:lnTo>
                  <a:lnTo>
                    <a:pt x="90" y="6"/>
                  </a:lnTo>
                  <a:lnTo>
                    <a:pt x="102" y="3"/>
                  </a:lnTo>
                  <a:lnTo>
                    <a:pt x="115" y="0"/>
                  </a:lnTo>
                  <a:lnTo>
                    <a:pt x="128" y="0"/>
                  </a:lnTo>
                  <a:lnTo>
                    <a:pt x="257" y="0"/>
                  </a:lnTo>
                  <a:lnTo>
                    <a:pt x="257" y="514"/>
                  </a:lnTo>
                  <a:lnTo>
                    <a:pt x="128" y="514"/>
                  </a:lnTo>
                  <a:lnTo>
                    <a:pt x="128" y="514"/>
                  </a:lnTo>
                  <a:lnTo>
                    <a:pt x="115" y="513"/>
                  </a:lnTo>
                  <a:lnTo>
                    <a:pt x="102" y="510"/>
                  </a:lnTo>
                  <a:lnTo>
                    <a:pt x="90" y="508"/>
                  </a:lnTo>
                  <a:lnTo>
                    <a:pt x="78" y="503"/>
                  </a:lnTo>
                  <a:lnTo>
                    <a:pt x="66" y="498"/>
                  </a:lnTo>
                  <a:lnTo>
                    <a:pt x="56" y="491"/>
                  </a:lnTo>
                  <a:lnTo>
                    <a:pt x="46" y="484"/>
                  </a:lnTo>
                  <a:lnTo>
                    <a:pt x="36" y="476"/>
                  </a:lnTo>
                  <a:lnTo>
                    <a:pt x="29" y="466"/>
                  </a:lnTo>
                  <a:lnTo>
                    <a:pt x="21" y="457"/>
                  </a:lnTo>
                  <a:lnTo>
                    <a:pt x="15" y="446"/>
                  </a:lnTo>
                  <a:lnTo>
                    <a:pt x="9" y="435"/>
                  </a:lnTo>
                  <a:lnTo>
                    <a:pt x="5" y="423"/>
                  </a:lnTo>
                  <a:lnTo>
                    <a:pt x="2" y="410"/>
                  </a:lnTo>
                  <a:lnTo>
                    <a:pt x="0" y="398"/>
                  </a:lnTo>
                  <a:lnTo>
                    <a:pt x="0" y="385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0777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5389" algn="l" defTabSz="910777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0777" algn="l" defTabSz="910777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66167" algn="l" defTabSz="910777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1553" algn="l" defTabSz="910777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76941" algn="l" defTabSz="910777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32330" algn="l" defTabSz="910777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187720" algn="l" defTabSz="910777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43107" algn="l" defTabSz="910777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683083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GB" sz="1425" dirty="0">
                <a:solidFill>
                  <a:srgbClr val="555554"/>
                </a:solidFill>
                <a:latin typeface="Arial"/>
              </a:endParaRPr>
            </a:p>
          </p:txBody>
        </p:sp>
        <p:sp>
          <p:nvSpPr>
            <p:cNvPr id="65" name="Freeform 90">
              <a:extLst>
                <a:ext uri="{FF2B5EF4-FFF2-40B4-BE49-F238E27FC236}">
                  <a16:creationId xmlns:a16="http://schemas.microsoft.com/office/drawing/2014/main" id="{DACE11FF-C104-C5DA-A877-A7BD26BD0815}"/>
                </a:ext>
              </a:extLst>
            </p:cNvPr>
            <p:cNvSpPr>
              <a:spLocks/>
            </p:cNvSpPr>
            <p:nvPr/>
          </p:nvSpPr>
          <p:spPr bwMode="auto">
            <a:xfrm>
              <a:off x="1420924" y="3402601"/>
              <a:ext cx="1054244" cy="3804526"/>
            </a:xfrm>
            <a:custGeom>
              <a:avLst/>
              <a:gdLst>
                <a:gd name="T0" fmla="*/ 256 w 256"/>
                <a:gd name="T1" fmla="*/ 385 h 514"/>
                <a:gd name="T2" fmla="*/ 256 w 256"/>
                <a:gd name="T3" fmla="*/ 128 h 514"/>
                <a:gd name="T4" fmla="*/ 256 w 256"/>
                <a:gd name="T5" fmla="*/ 128 h 514"/>
                <a:gd name="T6" fmla="*/ 255 w 256"/>
                <a:gd name="T7" fmla="*/ 115 h 514"/>
                <a:gd name="T8" fmla="*/ 253 w 256"/>
                <a:gd name="T9" fmla="*/ 103 h 514"/>
                <a:gd name="T10" fmla="*/ 250 w 256"/>
                <a:gd name="T11" fmla="*/ 90 h 514"/>
                <a:gd name="T12" fmla="*/ 246 w 256"/>
                <a:gd name="T13" fmla="*/ 78 h 514"/>
                <a:gd name="T14" fmla="*/ 241 w 256"/>
                <a:gd name="T15" fmla="*/ 67 h 514"/>
                <a:gd name="T16" fmla="*/ 234 w 256"/>
                <a:gd name="T17" fmla="*/ 56 h 514"/>
                <a:gd name="T18" fmla="*/ 227 w 256"/>
                <a:gd name="T19" fmla="*/ 47 h 514"/>
                <a:gd name="T20" fmla="*/ 218 w 256"/>
                <a:gd name="T21" fmla="*/ 37 h 514"/>
                <a:gd name="T22" fmla="*/ 210 w 256"/>
                <a:gd name="T23" fmla="*/ 29 h 514"/>
                <a:gd name="T24" fmla="*/ 199 w 256"/>
                <a:gd name="T25" fmla="*/ 22 h 514"/>
                <a:gd name="T26" fmla="*/ 188 w 256"/>
                <a:gd name="T27" fmla="*/ 16 h 514"/>
                <a:gd name="T28" fmla="*/ 178 w 256"/>
                <a:gd name="T29" fmla="*/ 10 h 514"/>
                <a:gd name="T30" fmla="*/ 166 w 256"/>
                <a:gd name="T31" fmla="*/ 6 h 514"/>
                <a:gd name="T32" fmla="*/ 154 w 256"/>
                <a:gd name="T33" fmla="*/ 3 h 514"/>
                <a:gd name="T34" fmla="*/ 141 w 256"/>
                <a:gd name="T35" fmla="*/ 0 h 514"/>
                <a:gd name="T36" fmla="*/ 128 w 256"/>
                <a:gd name="T37" fmla="*/ 0 h 514"/>
                <a:gd name="T38" fmla="*/ 0 w 256"/>
                <a:gd name="T39" fmla="*/ 0 h 514"/>
                <a:gd name="T40" fmla="*/ 0 w 256"/>
                <a:gd name="T41" fmla="*/ 514 h 514"/>
                <a:gd name="T42" fmla="*/ 128 w 256"/>
                <a:gd name="T43" fmla="*/ 514 h 514"/>
                <a:gd name="T44" fmla="*/ 128 w 256"/>
                <a:gd name="T45" fmla="*/ 514 h 514"/>
                <a:gd name="T46" fmla="*/ 141 w 256"/>
                <a:gd name="T47" fmla="*/ 513 h 514"/>
                <a:gd name="T48" fmla="*/ 154 w 256"/>
                <a:gd name="T49" fmla="*/ 510 h 514"/>
                <a:gd name="T50" fmla="*/ 166 w 256"/>
                <a:gd name="T51" fmla="*/ 508 h 514"/>
                <a:gd name="T52" fmla="*/ 178 w 256"/>
                <a:gd name="T53" fmla="*/ 503 h 514"/>
                <a:gd name="T54" fmla="*/ 188 w 256"/>
                <a:gd name="T55" fmla="*/ 498 h 514"/>
                <a:gd name="T56" fmla="*/ 199 w 256"/>
                <a:gd name="T57" fmla="*/ 491 h 514"/>
                <a:gd name="T58" fmla="*/ 210 w 256"/>
                <a:gd name="T59" fmla="*/ 484 h 514"/>
                <a:gd name="T60" fmla="*/ 218 w 256"/>
                <a:gd name="T61" fmla="*/ 476 h 514"/>
                <a:gd name="T62" fmla="*/ 227 w 256"/>
                <a:gd name="T63" fmla="*/ 466 h 514"/>
                <a:gd name="T64" fmla="*/ 234 w 256"/>
                <a:gd name="T65" fmla="*/ 457 h 514"/>
                <a:gd name="T66" fmla="*/ 241 w 256"/>
                <a:gd name="T67" fmla="*/ 446 h 514"/>
                <a:gd name="T68" fmla="*/ 246 w 256"/>
                <a:gd name="T69" fmla="*/ 435 h 514"/>
                <a:gd name="T70" fmla="*/ 250 w 256"/>
                <a:gd name="T71" fmla="*/ 423 h 514"/>
                <a:gd name="T72" fmla="*/ 253 w 256"/>
                <a:gd name="T73" fmla="*/ 411 h 514"/>
                <a:gd name="T74" fmla="*/ 255 w 256"/>
                <a:gd name="T75" fmla="*/ 398 h 514"/>
                <a:gd name="T76" fmla="*/ 256 w 256"/>
                <a:gd name="T77" fmla="*/ 385 h 5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56" h="514">
                  <a:moveTo>
                    <a:pt x="256" y="385"/>
                  </a:moveTo>
                  <a:lnTo>
                    <a:pt x="256" y="128"/>
                  </a:lnTo>
                  <a:lnTo>
                    <a:pt x="256" y="128"/>
                  </a:lnTo>
                  <a:lnTo>
                    <a:pt x="255" y="115"/>
                  </a:lnTo>
                  <a:lnTo>
                    <a:pt x="253" y="103"/>
                  </a:lnTo>
                  <a:lnTo>
                    <a:pt x="250" y="90"/>
                  </a:lnTo>
                  <a:lnTo>
                    <a:pt x="246" y="78"/>
                  </a:lnTo>
                  <a:lnTo>
                    <a:pt x="241" y="67"/>
                  </a:lnTo>
                  <a:lnTo>
                    <a:pt x="234" y="56"/>
                  </a:lnTo>
                  <a:lnTo>
                    <a:pt x="227" y="47"/>
                  </a:lnTo>
                  <a:lnTo>
                    <a:pt x="218" y="37"/>
                  </a:lnTo>
                  <a:lnTo>
                    <a:pt x="210" y="29"/>
                  </a:lnTo>
                  <a:lnTo>
                    <a:pt x="199" y="22"/>
                  </a:lnTo>
                  <a:lnTo>
                    <a:pt x="188" y="16"/>
                  </a:lnTo>
                  <a:lnTo>
                    <a:pt x="178" y="10"/>
                  </a:lnTo>
                  <a:lnTo>
                    <a:pt x="166" y="6"/>
                  </a:lnTo>
                  <a:lnTo>
                    <a:pt x="154" y="3"/>
                  </a:lnTo>
                  <a:lnTo>
                    <a:pt x="141" y="0"/>
                  </a:lnTo>
                  <a:lnTo>
                    <a:pt x="128" y="0"/>
                  </a:lnTo>
                  <a:lnTo>
                    <a:pt x="0" y="0"/>
                  </a:lnTo>
                  <a:lnTo>
                    <a:pt x="0" y="514"/>
                  </a:lnTo>
                  <a:lnTo>
                    <a:pt x="128" y="514"/>
                  </a:lnTo>
                  <a:lnTo>
                    <a:pt x="128" y="514"/>
                  </a:lnTo>
                  <a:lnTo>
                    <a:pt x="141" y="513"/>
                  </a:lnTo>
                  <a:lnTo>
                    <a:pt x="154" y="510"/>
                  </a:lnTo>
                  <a:lnTo>
                    <a:pt x="166" y="508"/>
                  </a:lnTo>
                  <a:lnTo>
                    <a:pt x="178" y="503"/>
                  </a:lnTo>
                  <a:lnTo>
                    <a:pt x="188" y="498"/>
                  </a:lnTo>
                  <a:lnTo>
                    <a:pt x="199" y="491"/>
                  </a:lnTo>
                  <a:lnTo>
                    <a:pt x="210" y="484"/>
                  </a:lnTo>
                  <a:lnTo>
                    <a:pt x="218" y="476"/>
                  </a:lnTo>
                  <a:lnTo>
                    <a:pt x="227" y="466"/>
                  </a:lnTo>
                  <a:lnTo>
                    <a:pt x="234" y="457"/>
                  </a:lnTo>
                  <a:lnTo>
                    <a:pt x="241" y="446"/>
                  </a:lnTo>
                  <a:lnTo>
                    <a:pt x="246" y="435"/>
                  </a:lnTo>
                  <a:lnTo>
                    <a:pt x="250" y="423"/>
                  </a:lnTo>
                  <a:lnTo>
                    <a:pt x="253" y="411"/>
                  </a:lnTo>
                  <a:lnTo>
                    <a:pt x="255" y="398"/>
                  </a:lnTo>
                  <a:lnTo>
                    <a:pt x="256" y="385"/>
                  </a:lnTo>
                  <a:close/>
                </a:path>
              </a:pathLst>
            </a:custGeom>
            <a:solidFill>
              <a:schemeClr val="accent5">
                <a:lumMod val="60000"/>
                <a:lumOff val="4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0777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5389" algn="l" defTabSz="910777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0777" algn="l" defTabSz="910777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66167" algn="l" defTabSz="910777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1553" algn="l" defTabSz="910777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76941" algn="l" defTabSz="910777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32330" algn="l" defTabSz="910777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187720" algn="l" defTabSz="910777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43107" algn="l" defTabSz="910777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683083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GB" sz="1425" dirty="0">
                <a:solidFill>
                  <a:srgbClr val="555554"/>
                </a:solidFill>
                <a:latin typeface="Arial"/>
              </a:endParaRPr>
            </a:p>
          </p:txBody>
        </p:sp>
        <p:sp>
          <p:nvSpPr>
            <p:cNvPr id="66" name="Freeform 91">
              <a:extLst>
                <a:ext uri="{FF2B5EF4-FFF2-40B4-BE49-F238E27FC236}">
                  <a16:creationId xmlns:a16="http://schemas.microsoft.com/office/drawing/2014/main" id="{6C3E14BB-7231-E2A7-0E29-F77E9CE57C62}"/>
                </a:ext>
              </a:extLst>
            </p:cNvPr>
            <p:cNvSpPr>
              <a:spLocks/>
            </p:cNvSpPr>
            <p:nvPr/>
          </p:nvSpPr>
          <p:spPr bwMode="auto">
            <a:xfrm>
              <a:off x="1420925" y="3402603"/>
              <a:ext cx="749523" cy="1504622"/>
            </a:xfrm>
            <a:custGeom>
              <a:avLst/>
              <a:gdLst>
                <a:gd name="T0" fmla="*/ 256 w 256"/>
                <a:gd name="T1" fmla="*/ 385 h 514"/>
                <a:gd name="T2" fmla="*/ 256 w 256"/>
                <a:gd name="T3" fmla="*/ 128 h 514"/>
                <a:gd name="T4" fmla="*/ 256 w 256"/>
                <a:gd name="T5" fmla="*/ 128 h 514"/>
                <a:gd name="T6" fmla="*/ 255 w 256"/>
                <a:gd name="T7" fmla="*/ 115 h 514"/>
                <a:gd name="T8" fmla="*/ 253 w 256"/>
                <a:gd name="T9" fmla="*/ 103 h 514"/>
                <a:gd name="T10" fmla="*/ 250 w 256"/>
                <a:gd name="T11" fmla="*/ 90 h 514"/>
                <a:gd name="T12" fmla="*/ 246 w 256"/>
                <a:gd name="T13" fmla="*/ 78 h 514"/>
                <a:gd name="T14" fmla="*/ 241 w 256"/>
                <a:gd name="T15" fmla="*/ 67 h 514"/>
                <a:gd name="T16" fmla="*/ 234 w 256"/>
                <a:gd name="T17" fmla="*/ 56 h 514"/>
                <a:gd name="T18" fmla="*/ 227 w 256"/>
                <a:gd name="T19" fmla="*/ 47 h 514"/>
                <a:gd name="T20" fmla="*/ 218 w 256"/>
                <a:gd name="T21" fmla="*/ 37 h 514"/>
                <a:gd name="T22" fmla="*/ 210 w 256"/>
                <a:gd name="T23" fmla="*/ 29 h 514"/>
                <a:gd name="T24" fmla="*/ 199 w 256"/>
                <a:gd name="T25" fmla="*/ 22 h 514"/>
                <a:gd name="T26" fmla="*/ 188 w 256"/>
                <a:gd name="T27" fmla="*/ 16 h 514"/>
                <a:gd name="T28" fmla="*/ 178 w 256"/>
                <a:gd name="T29" fmla="*/ 10 h 514"/>
                <a:gd name="T30" fmla="*/ 166 w 256"/>
                <a:gd name="T31" fmla="*/ 6 h 514"/>
                <a:gd name="T32" fmla="*/ 154 w 256"/>
                <a:gd name="T33" fmla="*/ 3 h 514"/>
                <a:gd name="T34" fmla="*/ 141 w 256"/>
                <a:gd name="T35" fmla="*/ 0 h 514"/>
                <a:gd name="T36" fmla="*/ 128 w 256"/>
                <a:gd name="T37" fmla="*/ 0 h 514"/>
                <a:gd name="T38" fmla="*/ 0 w 256"/>
                <a:gd name="T39" fmla="*/ 0 h 514"/>
                <a:gd name="T40" fmla="*/ 0 w 256"/>
                <a:gd name="T41" fmla="*/ 514 h 514"/>
                <a:gd name="T42" fmla="*/ 128 w 256"/>
                <a:gd name="T43" fmla="*/ 514 h 514"/>
                <a:gd name="T44" fmla="*/ 128 w 256"/>
                <a:gd name="T45" fmla="*/ 514 h 514"/>
                <a:gd name="T46" fmla="*/ 141 w 256"/>
                <a:gd name="T47" fmla="*/ 513 h 514"/>
                <a:gd name="T48" fmla="*/ 154 w 256"/>
                <a:gd name="T49" fmla="*/ 510 h 514"/>
                <a:gd name="T50" fmla="*/ 166 w 256"/>
                <a:gd name="T51" fmla="*/ 508 h 514"/>
                <a:gd name="T52" fmla="*/ 178 w 256"/>
                <a:gd name="T53" fmla="*/ 503 h 514"/>
                <a:gd name="T54" fmla="*/ 188 w 256"/>
                <a:gd name="T55" fmla="*/ 498 h 514"/>
                <a:gd name="T56" fmla="*/ 199 w 256"/>
                <a:gd name="T57" fmla="*/ 491 h 514"/>
                <a:gd name="T58" fmla="*/ 210 w 256"/>
                <a:gd name="T59" fmla="*/ 484 h 514"/>
                <a:gd name="T60" fmla="*/ 218 w 256"/>
                <a:gd name="T61" fmla="*/ 476 h 514"/>
                <a:gd name="T62" fmla="*/ 227 w 256"/>
                <a:gd name="T63" fmla="*/ 466 h 514"/>
                <a:gd name="T64" fmla="*/ 234 w 256"/>
                <a:gd name="T65" fmla="*/ 457 h 514"/>
                <a:gd name="T66" fmla="*/ 241 w 256"/>
                <a:gd name="T67" fmla="*/ 446 h 514"/>
                <a:gd name="T68" fmla="*/ 246 w 256"/>
                <a:gd name="T69" fmla="*/ 435 h 514"/>
                <a:gd name="T70" fmla="*/ 250 w 256"/>
                <a:gd name="T71" fmla="*/ 423 h 514"/>
                <a:gd name="T72" fmla="*/ 253 w 256"/>
                <a:gd name="T73" fmla="*/ 411 h 514"/>
                <a:gd name="T74" fmla="*/ 255 w 256"/>
                <a:gd name="T75" fmla="*/ 398 h 514"/>
                <a:gd name="T76" fmla="*/ 256 w 256"/>
                <a:gd name="T77" fmla="*/ 385 h 5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56" h="514">
                  <a:moveTo>
                    <a:pt x="256" y="385"/>
                  </a:moveTo>
                  <a:lnTo>
                    <a:pt x="256" y="128"/>
                  </a:lnTo>
                  <a:lnTo>
                    <a:pt x="256" y="128"/>
                  </a:lnTo>
                  <a:lnTo>
                    <a:pt x="255" y="115"/>
                  </a:lnTo>
                  <a:lnTo>
                    <a:pt x="253" y="103"/>
                  </a:lnTo>
                  <a:lnTo>
                    <a:pt x="250" y="90"/>
                  </a:lnTo>
                  <a:lnTo>
                    <a:pt x="246" y="78"/>
                  </a:lnTo>
                  <a:lnTo>
                    <a:pt x="241" y="67"/>
                  </a:lnTo>
                  <a:lnTo>
                    <a:pt x="234" y="56"/>
                  </a:lnTo>
                  <a:lnTo>
                    <a:pt x="227" y="47"/>
                  </a:lnTo>
                  <a:lnTo>
                    <a:pt x="218" y="37"/>
                  </a:lnTo>
                  <a:lnTo>
                    <a:pt x="210" y="29"/>
                  </a:lnTo>
                  <a:lnTo>
                    <a:pt x="199" y="22"/>
                  </a:lnTo>
                  <a:lnTo>
                    <a:pt x="188" y="16"/>
                  </a:lnTo>
                  <a:lnTo>
                    <a:pt x="178" y="10"/>
                  </a:lnTo>
                  <a:lnTo>
                    <a:pt x="166" y="6"/>
                  </a:lnTo>
                  <a:lnTo>
                    <a:pt x="154" y="3"/>
                  </a:lnTo>
                  <a:lnTo>
                    <a:pt x="141" y="0"/>
                  </a:lnTo>
                  <a:lnTo>
                    <a:pt x="128" y="0"/>
                  </a:lnTo>
                  <a:lnTo>
                    <a:pt x="0" y="0"/>
                  </a:lnTo>
                  <a:lnTo>
                    <a:pt x="0" y="514"/>
                  </a:lnTo>
                  <a:lnTo>
                    <a:pt x="128" y="514"/>
                  </a:lnTo>
                  <a:lnTo>
                    <a:pt x="128" y="514"/>
                  </a:lnTo>
                  <a:lnTo>
                    <a:pt x="141" y="513"/>
                  </a:lnTo>
                  <a:lnTo>
                    <a:pt x="154" y="510"/>
                  </a:lnTo>
                  <a:lnTo>
                    <a:pt x="166" y="508"/>
                  </a:lnTo>
                  <a:lnTo>
                    <a:pt x="178" y="503"/>
                  </a:lnTo>
                  <a:lnTo>
                    <a:pt x="188" y="498"/>
                  </a:lnTo>
                  <a:lnTo>
                    <a:pt x="199" y="491"/>
                  </a:lnTo>
                  <a:lnTo>
                    <a:pt x="210" y="484"/>
                  </a:lnTo>
                  <a:lnTo>
                    <a:pt x="218" y="476"/>
                  </a:lnTo>
                  <a:lnTo>
                    <a:pt x="227" y="466"/>
                  </a:lnTo>
                  <a:lnTo>
                    <a:pt x="234" y="457"/>
                  </a:lnTo>
                  <a:lnTo>
                    <a:pt x="241" y="446"/>
                  </a:lnTo>
                  <a:lnTo>
                    <a:pt x="246" y="435"/>
                  </a:lnTo>
                  <a:lnTo>
                    <a:pt x="250" y="423"/>
                  </a:lnTo>
                  <a:lnTo>
                    <a:pt x="253" y="411"/>
                  </a:lnTo>
                  <a:lnTo>
                    <a:pt x="255" y="398"/>
                  </a:lnTo>
                  <a:lnTo>
                    <a:pt x="256" y="385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0777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5389" algn="l" defTabSz="910777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0777" algn="l" defTabSz="910777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66167" algn="l" defTabSz="910777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1553" algn="l" defTabSz="910777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76941" algn="l" defTabSz="910777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32330" algn="l" defTabSz="910777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187720" algn="l" defTabSz="910777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43107" algn="l" defTabSz="910777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683083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GB" sz="1425" dirty="0">
                <a:solidFill>
                  <a:srgbClr val="555554"/>
                </a:solidFill>
                <a:latin typeface="Arial"/>
              </a:endParaRPr>
            </a:p>
          </p:txBody>
        </p:sp>
        <p:sp>
          <p:nvSpPr>
            <p:cNvPr id="67" name="Freeform 92">
              <a:extLst>
                <a:ext uri="{FF2B5EF4-FFF2-40B4-BE49-F238E27FC236}">
                  <a16:creationId xmlns:a16="http://schemas.microsoft.com/office/drawing/2014/main" id="{A7C1F8B7-9E51-175D-15A2-A751131DA02E}"/>
                </a:ext>
              </a:extLst>
            </p:cNvPr>
            <p:cNvSpPr>
              <a:spLocks/>
            </p:cNvSpPr>
            <p:nvPr/>
          </p:nvSpPr>
          <p:spPr bwMode="auto">
            <a:xfrm>
              <a:off x="621627" y="1488157"/>
              <a:ext cx="1446347" cy="1914442"/>
            </a:xfrm>
            <a:custGeom>
              <a:avLst/>
              <a:gdLst>
                <a:gd name="T0" fmla="*/ 450 w 494"/>
                <a:gd name="T1" fmla="*/ 56 h 654"/>
                <a:gd name="T2" fmla="*/ 462 w 494"/>
                <a:gd name="T3" fmla="*/ 73 h 654"/>
                <a:gd name="T4" fmla="*/ 471 w 494"/>
                <a:gd name="T5" fmla="*/ 92 h 654"/>
                <a:gd name="T6" fmla="*/ 485 w 494"/>
                <a:gd name="T7" fmla="*/ 139 h 654"/>
                <a:gd name="T8" fmla="*/ 493 w 494"/>
                <a:gd name="T9" fmla="*/ 195 h 654"/>
                <a:gd name="T10" fmla="*/ 493 w 494"/>
                <a:gd name="T11" fmla="*/ 254 h 654"/>
                <a:gd name="T12" fmla="*/ 489 w 494"/>
                <a:gd name="T13" fmla="*/ 315 h 654"/>
                <a:gd name="T14" fmla="*/ 480 w 494"/>
                <a:gd name="T15" fmla="*/ 371 h 654"/>
                <a:gd name="T16" fmla="*/ 466 w 494"/>
                <a:gd name="T17" fmla="*/ 419 h 654"/>
                <a:gd name="T18" fmla="*/ 450 w 494"/>
                <a:gd name="T19" fmla="*/ 455 h 654"/>
                <a:gd name="T20" fmla="*/ 433 w 494"/>
                <a:gd name="T21" fmla="*/ 482 h 654"/>
                <a:gd name="T22" fmla="*/ 390 w 494"/>
                <a:gd name="T23" fmla="*/ 546 h 654"/>
                <a:gd name="T24" fmla="*/ 364 w 494"/>
                <a:gd name="T25" fmla="*/ 577 h 654"/>
                <a:gd name="T26" fmla="*/ 336 w 494"/>
                <a:gd name="T27" fmla="*/ 606 h 654"/>
                <a:gd name="T28" fmla="*/ 308 w 494"/>
                <a:gd name="T29" fmla="*/ 629 h 654"/>
                <a:gd name="T30" fmla="*/ 279 w 494"/>
                <a:gd name="T31" fmla="*/ 645 h 654"/>
                <a:gd name="T32" fmla="*/ 251 w 494"/>
                <a:gd name="T33" fmla="*/ 654 h 654"/>
                <a:gd name="T34" fmla="*/ 236 w 494"/>
                <a:gd name="T35" fmla="*/ 651 h 654"/>
                <a:gd name="T36" fmla="*/ 207 w 494"/>
                <a:gd name="T37" fmla="*/ 639 h 654"/>
                <a:gd name="T38" fmla="*/ 177 w 494"/>
                <a:gd name="T39" fmla="*/ 620 h 654"/>
                <a:gd name="T40" fmla="*/ 148 w 494"/>
                <a:gd name="T41" fmla="*/ 595 h 654"/>
                <a:gd name="T42" fmla="*/ 122 w 494"/>
                <a:gd name="T43" fmla="*/ 567 h 654"/>
                <a:gd name="T44" fmla="*/ 98 w 494"/>
                <a:gd name="T45" fmla="*/ 534 h 654"/>
                <a:gd name="T46" fmla="*/ 67 w 494"/>
                <a:gd name="T47" fmla="*/ 486 h 654"/>
                <a:gd name="T48" fmla="*/ 52 w 494"/>
                <a:gd name="T49" fmla="*/ 455 h 654"/>
                <a:gd name="T50" fmla="*/ 34 w 494"/>
                <a:gd name="T51" fmla="*/ 408 h 654"/>
                <a:gd name="T52" fmla="*/ 18 w 494"/>
                <a:gd name="T53" fmla="*/ 356 h 654"/>
                <a:gd name="T54" fmla="*/ 7 w 494"/>
                <a:gd name="T55" fmla="*/ 300 h 654"/>
                <a:gd name="T56" fmla="*/ 1 w 494"/>
                <a:gd name="T57" fmla="*/ 242 h 654"/>
                <a:gd name="T58" fmla="*/ 1 w 494"/>
                <a:gd name="T59" fmla="*/ 188 h 654"/>
                <a:gd name="T60" fmla="*/ 10 w 494"/>
                <a:gd name="T61" fmla="*/ 136 h 654"/>
                <a:gd name="T62" fmla="*/ 21 w 494"/>
                <a:gd name="T63" fmla="*/ 102 h 654"/>
                <a:gd name="T64" fmla="*/ 31 w 494"/>
                <a:gd name="T65" fmla="*/ 83 h 654"/>
                <a:gd name="T66" fmla="*/ 44 w 494"/>
                <a:gd name="T67" fmla="*/ 65 h 654"/>
                <a:gd name="T68" fmla="*/ 52 w 494"/>
                <a:gd name="T69" fmla="*/ 56 h 654"/>
                <a:gd name="T70" fmla="*/ 69 w 494"/>
                <a:gd name="T71" fmla="*/ 43 h 654"/>
                <a:gd name="T72" fmla="*/ 91 w 494"/>
                <a:gd name="T73" fmla="*/ 31 h 654"/>
                <a:gd name="T74" fmla="*/ 140 w 494"/>
                <a:gd name="T75" fmla="*/ 14 h 654"/>
                <a:gd name="T76" fmla="*/ 197 w 494"/>
                <a:gd name="T77" fmla="*/ 3 h 654"/>
                <a:gd name="T78" fmla="*/ 257 w 494"/>
                <a:gd name="T79" fmla="*/ 0 h 654"/>
                <a:gd name="T80" fmla="*/ 316 w 494"/>
                <a:gd name="T81" fmla="*/ 4 h 654"/>
                <a:gd name="T82" fmla="*/ 371 w 494"/>
                <a:gd name="T83" fmla="*/ 15 h 654"/>
                <a:gd name="T84" fmla="*/ 416 w 494"/>
                <a:gd name="T85" fmla="*/ 33 h 654"/>
                <a:gd name="T86" fmla="*/ 435 w 494"/>
                <a:gd name="T87" fmla="*/ 43 h 654"/>
                <a:gd name="T88" fmla="*/ 450 w 494"/>
                <a:gd name="T89" fmla="*/ 56 h 6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494" h="654">
                  <a:moveTo>
                    <a:pt x="450" y="56"/>
                  </a:moveTo>
                  <a:lnTo>
                    <a:pt x="450" y="56"/>
                  </a:lnTo>
                  <a:lnTo>
                    <a:pt x="456" y="65"/>
                  </a:lnTo>
                  <a:lnTo>
                    <a:pt x="462" y="73"/>
                  </a:lnTo>
                  <a:lnTo>
                    <a:pt x="466" y="82"/>
                  </a:lnTo>
                  <a:lnTo>
                    <a:pt x="471" y="92"/>
                  </a:lnTo>
                  <a:lnTo>
                    <a:pt x="480" y="114"/>
                  </a:lnTo>
                  <a:lnTo>
                    <a:pt x="485" y="139"/>
                  </a:lnTo>
                  <a:lnTo>
                    <a:pt x="489" y="166"/>
                  </a:lnTo>
                  <a:lnTo>
                    <a:pt x="493" y="195"/>
                  </a:lnTo>
                  <a:lnTo>
                    <a:pt x="494" y="225"/>
                  </a:lnTo>
                  <a:lnTo>
                    <a:pt x="493" y="254"/>
                  </a:lnTo>
                  <a:lnTo>
                    <a:pt x="491" y="285"/>
                  </a:lnTo>
                  <a:lnTo>
                    <a:pt x="489" y="315"/>
                  </a:lnTo>
                  <a:lnTo>
                    <a:pt x="484" y="344"/>
                  </a:lnTo>
                  <a:lnTo>
                    <a:pt x="480" y="371"/>
                  </a:lnTo>
                  <a:lnTo>
                    <a:pt x="474" y="396"/>
                  </a:lnTo>
                  <a:lnTo>
                    <a:pt x="466" y="419"/>
                  </a:lnTo>
                  <a:lnTo>
                    <a:pt x="458" y="438"/>
                  </a:lnTo>
                  <a:lnTo>
                    <a:pt x="450" y="455"/>
                  </a:lnTo>
                  <a:lnTo>
                    <a:pt x="450" y="455"/>
                  </a:lnTo>
                  <a:lnTo>
                    <a:pt x="433" y="482"/>
                  </a:lnTo>
                  <a:lnTo>
                    <a:pt x="413" y="514"/>
                  </a:lnTo>
                  <a:lnTo>
                    <a:pt x="390" y="546"/>
                  </a:lnTo>
                  <a:lnTo>
                    <a:pt x="377" y="562"/>
                  </a:lnTo>
                  <a:lnTo>
                    <a:pt x="364" y="577"/>
                  </a:lnTo>
                  <a:lnTo>
                    <a:pt x="351" y="592"/>
                  </a:lnTo>
                  <a:lnTo>
                    <a:pt x="336" y="606"/>
                  </a:lnTo>
                  <a:lnTo>
                    <a:pt x="322" y="618"/>
                  </a:lnTo>
                  <a:lnTo>
                    <a:pt x="308" y="629"/>
                  </a:lnTo>
                  <a:lnTo>
                    <a:pt x="294" y="638"/>
                  </a:lnTo>
                  <a:lnTo>
                    <a:pt x="279" y="645"/>
                  </a:lnTo>
                  <a:lnTo>
                    <a:pt x="265" y="651"/>
                  </a:lnTo>
                  <a:lnTo>
                    <a:pt x="251" y="654"/>
                  </a:lnTo>
                  <a:lnTo>
                    <a:pt x="251" y="654"/>
                  </a:lnTo>
                  <a:lnTo>
                    <a:pt x="236" y="651"/>
                  </a:lnTo>
                  <a:lnTo>
                    <a:pt x="221" y="646"/>
                  </a:lnTo>
                  <a:lnTo>
                    <a:pt x="207" y="639"/>
                  </a:lnTo>
                  <a:lnTo>
                    <a:pt x="191" y="631"/>
                  </a:lnTo>
                  <a:lnTo>
                    <a:pt x="177" y="620"/>
                  </a:lnTo>
                  <a:lnTo>
                    <a:pt x="162" y="608"/>
                  </a:lnTo>
                  <a:lnTo>
                    <a:pt x="148" y="595"/>
                  </a:lnTo>
                  <a:lnTo>
                    <a:pt x="135" y="581"/>
                  </a:lnTo>
                  <a:lnTo>
                    <a:pt x="122" y="567"/>
                  </a:lnTo>
                  <a:lnTo>
                    <a:pt x="110" y="550"/>
                  </a:lnTo>
                  <a:lnTo>
                    <a:pt x="98" y="534"/>
                  </a:lnTo>
                  <a:lnTo>
                    <a:pt x="87" y="518"/>
                  </a:lnTo>
                  <a:lnTo>
                    <a:pt x="67" y="486"/>
                  </a:lnTo>
                  <a:lnTo>
                    <a:pt x="52" y="455"/>
                  </a:lnTo>
                  <a:lnTo>
                    <a:pt x="52" y="455"/>
                  </a:lnTo>
                  <a:lnTo>
                    <a:pt x="42" y="432"/>
                  </a:lnTo>
                  <a:lnTo>
                    <a:pt x="34" y="408"/>
                  </a:lnTo>
                  <a:lnTo>
                    <a:pt x="25" y="383"/>
                  </a:lnTo>
                  <a:lnTo>
                    <a:pt x="18" y="356"/>
                  </a:lnTo>
                  <a:lnTo>
                    <a:pt x="12" y="328"/>
                  </a:lnTo>
                  <a:lnTo>
                    <a:pt x="7" y="300"/>
                  </a:lnTo>
                  <a:lnTo>
                    <a:pt x="4" y="271"/>
                  </a:lnTo>
                  <a:lnTo>
                    <a:pt x="1" y="242"/>
                  </a:lnTo>
                  <a:lnTo>
                    <a:pt x="0" y="215"/>
                  </a:lnTo>
                  <a:lnTo>
                    <a:pt x="1" y="188"/>
                  </a:lnTo>
                  <a:lnTo>
                    <a:pt x="5" y="161"/>
                  </a:lnTo>
                  <a:lnTo>
                    <a:pt x="10" y="136"/>
                  </a:lnTo>
                  <a:lnTo>
                    <a:pt x="17" y="113"/>
                  </a:lnTo>
                  <a:lnTo>
                    <a:pt x="21" y="102"/>
                  </a:lnTo>
                  <a:lnTo>
                    <a:pt x="27" y="92"/>
                  </a:lnTo>
                  <a:lnTo>
                    <a:pt x="31" y="83"/>
                  </a:lnTo>
                  <a:lnTo>
                    <a:pt x="37" y="73"/>
                  </a:lnTo>
                  <a:lnTo>
                    <a:pt x="44" y="65"/>
                  </a:lnTo>
                  <a:lnTo>
                    <a:pt x="52" y="56"/>
                  </a:lnTo>
                  <a:lnTo>
                    <a:pt x="52" y="56"/>
                  </a:lnTo>
                  <a:lnTo>
                    <a:pt x="60" y="49"/>
                  </a:lnTo>
                  <a:lnTo>
                    <a:pt x="69" y="43"/>
                  </a:lnTo>
                  <a:lnTo>
                    <a:pt x="80" y="37"/>
                  </a:lnTo>
                  <a:lnTo>
                    <a:pt x="91" y="31"/>
                  </a:lnTo>
                  <a:lnTo>
                    <a:pt x="114" y="22"/>
                  </a:lnTo>
                  <a:lnTo>
                    <a:pt x="140" y="14"/>
                  </a:lnTo>
                  <a:lnTo>
                    <a:pt x="167" y="8"/>
                  </a:lnTo>
                  <a:lnTo>
                    <a:pt x="197" y="3"/>
                  </a:lnTo>
                  <a:lnTo>
                    <a:pt x="227" y="0"/>
                  </a:lnTo>
                  <a:lnTo>
                    <a:pt x="257" y="0"/>
                  </a:lnTo>
                  <a:lnTo>
                    <a:pt x="286" y="2"/>
                  </a:lnTo>
                  <a:lnTo>
                    <a:pt x="316" y="4"/>
                  </a:lnTo>
                  <a:lnTo>
                    <a:pt x="345" y="9"/>
                  </a:lnTo>
                  <a:lnTo>
                    <a:pt x="371" y="15"/>
                  </a:lnTo>
                  <a:lnTo>
                    <a:pt x="395" y="23"/>
                  </a:lnTo>
                  <a:lnTo>
                    <a:pt x="416" y="33"/>
                  </a:lnTo>
                  <a:lnTo>
                    <a:pt x="426" y="39"/>
                  </a:lnTo>
                  <a:lnTo>
                    <a:pt x="435" y="43"/>
                  </a:lnTo>
                  <a:lnTo>
                    <a:pt x="443" y="51"/>
                  </a:lnTo>
                  <a:lnTo>
                    <a:pt x="450" y="56"/>
                  </a:lnTo>
                  <a:lnTo>
                    <a:pt x="450" y="56"/>
                  </a:lnTo>
                  <a:close/>
                </a:path>
              </a:pathLst>
            </a:custGeom>
            <a:solidFill>
              <a:srgbClr val="E5A95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0777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5389" algn="l" defTabSz="910777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0777" algn="l" defTabSz="910777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66167" algn="l" defTabSz="910777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1553" algn="l" defTabSz="910777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76941" algn="l" defTabSz="910777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32330" algn="l" defTabSz="910777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187720" algn="l" defTabSz="910777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43107" algn="l" defTabSz="910777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683083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GB" sz="1425" dirty="0">
                <a:solidFill>
                  <a:srgbClr val="555554"/>
                </a:solidFill>
                <a:latin typeface="Arial"/>
              </a:endParaRPr>
            </a:p>
          </p:txBody>
        </p:sp>
        <p:sp>
          <p:nvSpPr>
            <p:cNvPr id="68" name="Freeform 93">
              <a:extLst>
                <a:ext uri="{FF2B5EF4-FFF2-40B4-BE49-F238E27FC236}">
                  <a16:creationId xmlns:a16="http://schemas.microsoft.com/office/drawing/2014/main" id="{938A5FC7-7C17-02D1-84ED-722AFEF3F4FC}"/>
                </a:ext>
              </a:extLst>
            </p:cNvPr>
            <p:cNvSpPr>
              <a:spLocks/>
            </p:cNvSpPr>
            <p:nvPr/>
          </p:nvSpPr>
          <p:spPr bwMode="auto">
            <a:xfrm>
              <a:off x="1357976" y="1523850"/>
              <a:ext cx="800252" cy="1917370"/>
            </a:xfrm>
            <a:custGeom>
              <a:avLst/>
              <a:gdLst>
                <a:gd name="T0" fmla="*/ 223 w 262"/>
                <a:gd name="T1" fmla="*/ 57 h 655"/>
                <a:gd name="T2" fmla="*/ 233 w 262"/>
                <a:gd name="T3" fmla="*/ 71 h 655"/>
                <a:gd name="T4" fmla="*/ 242 w 262"/>
                <a:gd name="T5" fmla="*/ 88 h 655"/>
                <a:gd name="T6" fmla="*/ 254 w 262"/>
                <a:gd name="T7" fmla="*/ 134 h 655"/>
                <a:gd name="T8" fmla="*/ 261 w 262"/>
                <a:gd name="T9" fmla="*/ 189 h 655"/>
                <a:gd name="T10" fmla="*/ 262 w 262"/>
                <a:gd name="T11" fmla="*/ 249 h 655"/>
                <a:gd name="T12" fmla="*/ 260 w 262"/>
                <a:gd name="T13" fmla="*/ 311 h 655"/>
                <a:gd name="T14" fmla="*/ 251 w 262"/>
                <a:gd name="T15" fmla="*/ 370 h 655"/>
                <a:gd name="T16" fmla="*/ 238 w 262"/>
                <a:gd name="T17" fmla="*/ 419 h 655"/>
                <a:gd name="T18" fmla="*/ 223 w 262"/>
                <a:gd name="T19" fmla="*/ 456 h 655"/>
                <a:gd name="T20" fmla="*/ 206 w 262"/>
                <a:gd name="T21" fmla="*/ 483 h 655"/>
                <a:gd name="T22" fmla="*/ 163 w 262"/>
                <a:gd name="T23" fmla="*/ 547 h 655"/>
                <a:gd name="T24" fmla="*/ 137 w 262"/>
                <a:gd name="T25" fmla="*/ 578 h 655"/>
                <a:gd name="T26" fmla="*/ 109 w 262"/>
                <a:gd name="T27" fmla="*/ 607 h 655"/>
                <a:gd name="T28" fmla="*/ 81 w 262"/>
                <a:gd name="T29" fmla="*/ 630 h 655"/>
                <a:gd name="T30" fmla="*/ 52 w 262"/>
                <a:gd name="T31" fmla="*/ 646 h 655"/>
                <a:gd name="T32" fmla="*/ 24 w 262"/>
                <a:gd name="T33" fmla="*/ 655 h 655"/>
                <a:gd name="T34" fmla="*/ 21 w 262"/>
                <a:gd name="T35" fmla="*/ 646 h 655"/>
                <a:gd name="T36" fmla="*/ 13 w 262"/>
                <a:gd name="T37" fmla="*/ 608 h 655"/>
                <a:gd name="T38" fmla="*/ 6 w 262"/>
                <a:gd name="T39" fmla="*/ 534 h 655"/>
                <a:gd name="T40" fmla="*/ 1 w 262"/>
                <a:gd name="T41" fmla="*/ 441 h 655"/>
                <a:gd name="T42" fmla="*/ 0 w 262"/>
                <a:gd name="T43" fmla="*/ 336 h 655"/>
                <a:gd name="T44" fmla="*/ 2 w 262"/>
                <a:gd name="T45" fmla="*/ 231 h 655"/>
                <a:gd name="T46" fmla="*/ 7 w 262"/>
                <a:gd name="T47" fmla="*/ 135 h 655"/>
                <a:gd name="T48" fmla="*/ 14 w 262"/>
                <a:gd name="T49" fmla="*/ 55 h 655"/>
                <a:gd name="T50" fmla="*/ 26 w 262"/>
                <a:gd name="T51" fmla="*/ 1 h 655"/>
                <a:gd name="T52" fmla="*/ 49 w 262"/>
                <a:gd name="T53" fmla="*/ 0 h 655"/>
                <a:gd name="T54" fmla="*/ 100 w 262"/>
                <a:gd name="T55" fmla="*/ 3 h 655"/>
                <a:gd name="T56" fmla="*/ 138 w 262"/>
                <a:gd name="T57" fmla="*/ 10 h 655"/>
                <a:gd name="T58" fmla="*/ 163 w 262"/>
                <a:gd name="T59" fmla="*/ 19 h 655"/>
                <a:gd name="T60" fmla="*/ 188 w 262"/>
                <a:gd name="T61" fmla="*/ 31 h 655"/>
                <a:gd name="T62" fmla="*/ 212 w 262"/>
                <a:gd name="T63" fmla="*/ 48 h 655"/>
                <a:gd name="T64" fmla="*/ 223 w 262"/>
                <a:gd name="T65" fmla="*/ 57 h 6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62" h="655">
                  <a:moveTo>
                    <a:pt x="223" y="57"/>
                  </a:moveTo>
                  <a:lnTo>
                    <a:pt x="223" y="57"/>
                  </a:lnTo>
                  <a:lnTo>
                    <a:pt x="229" y="63"/>
                  </a:lnTo>
                  <a:lnTo>
                    <a:pt x="233" y="71"/>
                  </a:lnTo>
                  <a:lnTo>
                    <a:pt x="237" y="79"/>
                  </a:lnTo>
                  <a:lnTo>
                    <a:pt x="242" y="88"/>
                  </a:lnTo>
                  <a:lnTo>
                    <a:pt x="249" y="110"/>
                  </a:lnTo>
                  <a:lnTo>
                    <a:pt x="254" y="134"/>
                  </a:lnTo>
                  <a:lnTo>
                    <a:pt x="258" y="160"/>
                  </a:lnTo>
                  <a:lnTo>
                    <a:pt x="261" y="189"/>
                  </a:lnTo>
                  <a:lnTo>
                    <a:pt x="262" y="218"/>
                  </a:lnTo>
                  <a:lnTo>
                    <a:pt x="262" y="249"/>
                  </a:lnTo>
                  <a:lnTo>
                    <a:pt x="261" y="280"/>
                  </a:lnTo>
                  <a:lnTo>
                    <a:pt x="260" y="311"/>
                  </a:lnTo>
                  <a:lnTo>
                    <a:pt x="256" y="341"/>
                  </a:lnTo>
                  <a:lnTo>
                    <a:pt x="251" y="370"/>
                  </a:lnTo>
                  <a:lnTo>
                    <a:pt x="245" y="396"/>
                  </a:lnTo>
                  <a:lnTo>
                    <a:pt x="238" y="419"/>
                  </a:lnTo>
                  <a:lnTo>
                    <a:pt x="231" y="439"/>
                  </a:lnTo>
                  <a:lnTo>
                    <a:pt x="223" y="456"/>
                  </a:lnTo>
                  <a:lnTo>
                    <a:pt x="223" y="456"/>
                  </a:lnTo>
                  <a:lnTo>
                    <a:pt x="206" y="483"/>
                  </a:lnTo>
                  <a:lnTo>
                    <a:pt x="186" y="515"/>
                  </a:lnTo>
                  <a:lnTo>
                    <a:pt x="163" y="547"/>
                  </a:lnTo>
                  <a:lnTo>
                    <a:pt x="150" y="563"/>
                  </a:lnTo>
                  <a:lnTo>
                    <a:pt x="137" y="578"/>
                  </a:lnTo>
                  <a:lnTo>
                    <a:pt x="124" y="593"/>
                  </a:lnTo>
                  <a:lnTo>
                    <a:pt x="109" y="607"/>
                  </a:lnTo>
                  <a:lnTo>
                    <a:pt x="95" y="619"/>
                  </a:lnTo>
                  <a:lnTo>
                    <a:pt x="81" y="630"/>
                  </a:lnTo>
                  <a:lnTo>
                    <a:pt x="67" y="639"/>
                  </a:lnTo>
                  <a:lnTo>
                    <a:pt x="52" y="646"/>
                  </a:lnTo>
                  <a:lnTo>
                    <a:pt x="38" y="652"/>
                  </a:lnTo>
                  <a:lnTo>
                    <a:pt x="24" y="655"/>
                  </a:lnTo>
                  <a:lnTo>
                    <a:pt x="24" y="655"/>
                  </a:lnTo>
                  <a:lnTo>
                    <a:pt x="21" y="646"/>
                  </a:lnTo>
                  <a:lnTo>
                    <a:pt x="18" y="636"/>
                  </a:lnTo>
                  <a:lnTo>
                    <a:pt x="13" y="608"/>
                  </a:lnTo>
                  <a:lnTo>
                    <a:pt x="9" y="575"/>
                  </a:lnTo>
                  <a:lnTo>
                    <a:pt x="6" y="534"/>
                  </a:lnTo>
                  <a:lnTo>
                    <a:pt x="3" y="489"/>
                  </a:lnTo>
                  <a:lnTo>
                    <a:pt x="1" y="441"/>
                  </a:lnTo>
                  <a:lnTo>
                    <a:pt x="0" y="390"/>
                  </a:lnTo>
                  <a:lnTo>
                    <a:pt x="0" y="336"/>
                  </a:lnTo>
                  <a:lnTo>
                    <a:pt x="1" y="284"/>
                  </a:lnTo>
                  <a:lnTo>
                    <a:pt x="2" y="231"/>
                  </a:lnTo>
                  <a:lnTo>
                    <a:pt x="3" y="181"/>
                  </a:lnTo>
                  <a:lnTo>
                    <a:pt x="7" y="135"/>
                  </a:lnTo>
                  <a:lnTo>
                    <a:pt x="11" y="92"/>
                  </a:lnTo>
                  <a:lnTo>
                    <a:pt x="14" y="55"/>
                  </a:lnTo>
                  <a:lnTo>
                    <a:pt x="20" y="24"/>
                  </a:lnTo>
                  <a:lnTo>
                    <a:pt x="26" y="1"/>
                  </a:lnTo>
                  <a:lnTo>
                    <a:pt x="26" y="1"/>
                  </a:lnTo>
                  <a:lnTo>
                    <a:pt x="49" y="0"/>
                  </a:lnTo>
                  <a:lnTo>
                    <a:pt x="74" y="1"/>
                  </a:lnTo>
                  <a:lnTo>
                    <a:pt x="100" y="3"/>
                  </a:lnTo>
                  <a:lnTo>
                    <a:pt x="125" y="7"/>
                  </a:lnTo>
                  <a:lnTo>
                    <a:pt x="138" y="10"/>
                  </a:lnTo>
                  <a:lnTo>
                    <a:pt x="151" y="15"/>
                  </a:lnTo>
                  <a:lnTo>
                    <a:pt x="163" y="19"/>
                  </a:lnTo>
                  <a:lnTo>
                    <a:pt x="176" y="24"/>
                  </a:lnTo>
                  <a:lnTo>
                    <a:pt x="188" y="31"/>
                  </a:lnTo>
                  <a:lnTo>
                    <a:pt x="200" y="38"/>
                  </a:lnTo>
                  <a:lnTo>
                    <a:pt x="212" y="48"/>
                  </a:lnTo>
                  <a:lnTo>
                    <a:pt x="223" y="57"/>
                  </a:lnTo>
                  <a:lnTo>
                    <a:pt x="223" y="57"/>
                  </a:lnTo>
                  <a:close/>
                </a:path>
              </a:pathLst>
            </a:custGeom>
            <a:solidFill>
              <a:srgbClr val="C77F1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0777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5389" algn="l" defTabSz="910777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0777" algn="l" defTabSz="910777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66167" algn="l" defTabSz="910777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1553" algn="l" defTabSz="910777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76941" algn="l" defTabSz="910777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32330" algn="l" defTabSz="910777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187720" algn="l" defTabSz="910777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43107" algn="l" defTabSz="910777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683083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GB" sz="1425" dirty="0">
                <a:solidFill>
                  <a:srgbClr val="555554"/>
                </a:solidFill>
                <a:latin typeface="Arial"/>
              </a:endParaRPr>
            </a:p>
          </p:txBody>
        </p:sp>
      </p:grpSp>
      <p:pic>
        <p:nvPicPr>
          <p:cNvPr id="71" name="Picture 70">
            <a:extLst>
              <a:ext uri="{FF2B5EF4-FFF2-40B4-BE49-F238E27FC236}">
                <a16:creationId xmlns:a16="http://schemas.microsoft.com/office/drawing/2014/main" id="{4E7FC8E0-D20F-0183-03FE-0FA8BEECA4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8203" y="3219822"/>
            <a:ext cx="480101" cy="260627"/>
          </a:xfrm>
          <a:prstGeom prst="rect">
            <a:avLst/>
          </a:prstGeom>
        </p:spPr>
      </p:pic>
      <p:pic>
        <p:nvPicPr>
          <p:cNvPr id="72" name="Picture 71">
            <a:extLst>
              <a:ext uri="{FF2B5EF4-FFF2-40B4-BE49-F238E27FC236}">
                <a16:creationId xmlns:a16="http://schemas.microsoft.com/office/drawing/2014/main" id="{493D039F-AA9C-5397-1E84-DE32AE835B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8429" y="3029845"/>
            <a:ext cx="457240" cy="580694"/>
          </a:xfrm>
          <a:prstGeom prst="rect">
            <a:avLst/>
          </a:prstGeom>
        </p:spPr>
      </p:pic>
      <p:pic>
        <p:nvPicPr>
          <p:cNvPr id="73" name="Picture 72">
            <a:extLst>
              <a:ext uri="{FF2B5EF4-FFF2-40B4-BE49-F238E27FC236}">
                <a16:creationId xmlns:a16="http://schemas.microsoft.com/office/drawing/2014/main" id="{66F99A84-0676-9426-5B31-0D94971F4C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49430" y="3029845"/>
            <a:ext cx="457240" cy="580694"/>
          </a:xfrm>
          <a:prstGeom prst="rect">
            <a:avLst/>
          </a:prstGeom>
        </p:spPr>
      </p:pic>
      <p:sp>
        <p:nvSpPr>
          <p:cNvPr id="77" name="TextBox 76">
            <a:extLst>
              <a:ext uri="{FF2B5EF4-FFF2-40B4-BE49-F238E27FC236}">
                <a16:creationId xmlns:a16="http://schemas.microsoft.com/office/drawing/2014/main" id="{8788305E-37D6-6CA6-BEDF-B4C86E74AAB4}"/>
              </a:ext>
            </a:extLst>
          </p:cNvPr>
          <p:cNvSpPr txBox="1"/>
          <p:nvPr/>
        </p:nvSpPr>
        <p:spPr>
          <a:xfrm>
            <a:off x="168248" y="2273300"/>
            <a:ext cx="1689839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6858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b="1" dirty="0">
                <a:solidFill>
                  <a:srgbClr val="FFFFFF"/>
                </a:solidFill>
                <a:latin typeface="Gill Sans MT"/>
                <a:ea typeface="+mn-ea"/>
                <a:cs typeface="+mn-cs"/>
              </a:rPr>
              <a:t>To be the leading and most respected energy business in Africa.</a:t>
            </a:r>
          </a:p>
          <a:p>
            <a:pPr marL="171446" indent="-171446" defTabSz="685800" fontAlgn="auto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v"/>
              <a:defRPr/>
            </a:pPr>
            <a:endParaRPr lang="en-GB" b="1" dirty="0">
              <a:solidFill>
                <a:srgbClr val="FFFFFF"/>
              </a:solidFill>
              <a:latin typeface="Gill Sans MT"/>
              <a:ea typeface="+mn-ea"/>
              <a:cs typeface="+mn-cs"/>
            </a:endParaRPr>
          </a:p>
          <a:p>
            <a:pPr marL="171446" indent="-171446" defTabSz="685800" fontAlgn="auto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v"/>
              <a:defRPr/>
            </a:pPr>
            <a:endParaRPr lang="en-GB" b="1" dirty="0">
              <a:solidFill>
                <a:srgbClr val="FFFFFF"/>
              </a:solidFill>
              <a:latin typeface="Gill Sans MT"/>
              <a:ea typeface="+mn-ea"/>
              <a:cs typeface="+mn-cs"/>
            </a:endParaRPr>
          </a:p>
          <a:p>
            <a:pPr marL="171446" indent="-171446" defTabSz="685800" fontAlgn="auto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v"/>
              <a:defRPr/>
            </a:pPr>
            <a:endParaRPr lang="en-GB" b="1" dirty="0">
              <a:solidFill>
                <a:srgbClr val="FFFFFF"/>
              </a:solidFill>
              <a:latin typeface="Gill Sans MT"/>
              <a:ea typeface="+mn-ea"/>
              <a:cs typeface="+mn-cs"/>
            </a:endParaRPr>
          </a:p>
          <a:p>
            <a:pPr defTabSz="685800" fontAlgn="auto">
              <a:spcBef>
                <a:spcPts val="0"/>
              </a:spcBef>
              <a:spcAft>
                <a:spcPts val="0"/>
              </a:spcAft>
              <a:defRPr/>
            </a:pPr>
            <a:endParaRPr lang="en-GB" b="1" dirty="0">
              <a:solidFill>
                <a:srgbClr val="FFFFFF"/>
              </a:solidFill>
              <a:latin typeface="Gill Sans MT"/>
              <a:ea typeface="+mn-ea"/>
              <a:cs typeface="+mn-cs"/>
            </a:endParaRP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6E914068-1F84-5E40-4E7F-7DD5BDFA2C1B}"/>
              </a:ext>
            </a:extLst>
          </p:cNvPr>
          <p:cNvSpPr txBox="1"/>
          <p:nvPr/>
        </p:nvSpPr>
        <p:spPr>
          <a:xfrm>
            <a:off x="305112" y="1206501"/>
            <a:ext cx="15156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6858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b="1" dirty="0">
                <a:solidFill>
                  <a:srgbClr val="FFFFFF"/>
                </a:solidFill>
                <a:latin typeface="Gill Sans MT"/>
                <a:ea typeface="+mn-ea"/>
                <a:cs typeface="+mn-cs"/>
              </a:rPr>
              <a:t>VISION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4F0D10B3-569B-2709-6D3F-EF9863939539}"/>
              </a:ext>
            </a:extLst>
          </p:cNvPr>
          <p:cNvSpPr txBox="1"/>
          <p:nvPr/>
        </p:nvSpPr>
        <p:spPr>
          <a:xfrm>
            <a:off x="2550642" y="1206501"/>
            <a:ext cx="176100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6858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000" b="1" dirty="0">
                <a:solidFill>
                  <a:srgbClr val="FFFFFF"/>
                </a:solidFill>
                <a:latin typeface="Gill Sans MT"/>
                <a:ea typeface="+mn-ea"/>
                <a:cs typeface="+mn-cs"/>
              </a:rPr>
              <a:t>MISSION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D4147162-1A29-2812-0CD3-B84FBAAD4010}"/>
              </a:ext>
            </a:extLst>
          </p:cNvPr>
          <p:cNvSpPr txBox="1"/>
          <p:nvPr/>
        </p:nvSpPr>
        <p:spPr>
          <a:xfrm>
            <a:off x="2691022" y="2355820"/>
            <a:ext cx="1582429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6858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1400" b="1" dirty="0">
                <a:solidFill>
                  <a:srgbClr val="FFFFFF"/>
                </a:solidFill>
                <a:latin typeface="Gill Sans MT"/>
                <a:ea typeface="+mn-ea"/>
                <a:cs typeface="+mn-cs"/>
              </a:rPr>
              <a:t>To safely provide innovative and responsible energy solutions to Africa, </a:t>
            </a:r>
            <a:r>
              <a:rPr lang="en-GB" sz="1400" b="1" i="1" dirty="0">
                <a:solidFill>
                  <a:srgbClr val="FFFFFF"/>
                </a:solidFill>
                <a:latin typeface="Gill Sans MT"/>
                <a:ea typeface="+mn-ea"/>
                <a:cs typeface="+mn-cs"/>
              </a:rPr>
              <a:t>which enable growth and development of the continent and its people.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740A9BF4-5B32-842A-C0A3-ED2B06BB7D48}"/>
              </a:ext>
            </a:extLst>
          </p:cNvPr>
          <p:cNvSpPr txBox="1"/>
          <p:nvPr/>
        </p:nvSpPr>
        <p:spPr>
          <a:xfrm>
            <a:off x="5041555" y="1302581"/>
            <a:ext cx="164146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6858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000" b="1" dirty="0">
                <a:solidFill>
                  <a:srgbClr val="FFFFFF"/>
                </a:solidFill>
                <a:latin typeface="Gill Sans MT"/>
                <a:ea typeface="+mn-ea"/>
                <a:cs typeface="+mn-cs"/>
              </a:rPr>
              <a:t>VALUES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AE8B867C-88D5-79AA-1D48-9ED65780347E}"/>
              </a:ext>
            </a:extLst>
          </p:cNvPr>
          <p:cNvSpPr txBox="1"/>
          <p:nvPr/>
        </p:nvSpPr>
        <p:spPr>
          <a:xfrm>
            <a:off x="5090816" y="2653404"/>
            <a:ext cx="1540887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46" indent="-171446" defTabSz="685800" fontAlgn="auto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v"/>
              <a:defRPr/>
            </a:pPr>
            <a:r>
              <a:rPr lang="en-GB" sz="2000" b="1" dirty="0">
                <a:solidFill>
                  <a:srgbClr val="FFFFFF"/>
                </a:solidFill>
                <a:latin typeface="Gill Sans MT"/>
                <a:ea typeface="+mn-ea"/>
                <a:cs typeface="+mn-cs"/>
              </a:rPr>
              <a:t>Honesty</a:t>
            </a:r>
          </a:p>
          <a:p>
            <a:pPr marL="171446" indent="-171446" defTabSz="685800" fontAlgn="auto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v"/>
              <a:defRPr/>
            </a:pPr>
            <a:r>
              <a:rPr lang="en-GB" sz="2000" b="1" dirty="0">
                <a:solidFill>
                  <a:srgbClr val="FFFFFF"/>
                </a:solidFill>
                <a:latin typeface="Gill Sans MT"/>
                <a:ea typeface="+mn-ea"/>
                <a:cs typeface="+mn-cs"/>
              </a:rPr>
              <a:t>Integrity</a:t>
            </a:r>
          </a:p>
          <a:p>
            <a:pPr marL="171446" indent="-171446" defTabSz="685800" fontAlgn="auto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v"/>
              <a:defRPr/>
            </a:pPr>
            <a:r>
              <a:rPr lang="en-GB" sz="2000" b="1" dirty="0">
                <a:solidFill>
                  <a:srgbClr val="FFFFFF"/>
                </a:solidFill>
                <a:latin typeface="Gill Sans MT"/>
                <a:ea typeface="+mn-ea"/>
                <a:cs typeface="+mn-cs"/>
              </a:rPr>
              <a:t>Respect for people</a:t>
            </a:r>
          </a:p>
          <a:p>
            <a:pPr marL="171446" indent="-171446" defTabSz="685800" fontAlgn="auto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v"/>
              <a:defRPr/>
            </a:pPr>
            <a:endParaRPr lang="en-GB" sz="2000" dirty="0">
              <a:solidFill>
                <a:srgbClr val="FFFFFF"/>
              </a:solidFill>
              <a:latin typeface="Gill Sans MT"/>
              <a:ea typeface="+mn-ea"/>
              <a:cs typeface="+mn-cs"/>
            </a:endParaRPr>
          </a:p>
          <a:p>
            <a:pPr marL="171446" indent="-171446" defTabSz="685800" fontAlgn="auto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v"/>
              <a:defRPr/>
            </a:pPr>
            <a:endParaRPr lang="en-GB" sz="2000" dirty="0">
              <a:solidFill>
                <a:srgbClr val="FFFFFF"/>
              </a:solidFill>
              <a:latin typeface="Gill Sans MT"/>
              <a:ea typeface="+mn-ea"/>
              <a:cs typeface="+mn-cs"/>
            </a:endParaRPr>
          </a:p>
          <a:p>
            <a:pPr marL="171446" indent="-171446" defTabSz="685800" fontAlgn="auto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v"/>
              <a:defRPr/>
            </a:pPr>
            <a:endParaRPr lang="en-GB" sz="2000" dirty="0">
              <a:solidFill>
                <a:srgbClr val="FFFFFF"/>
              </a:solidFill>
              <a:latin typeface="Gill Sans MT"/>
              <a:ea typeface="+mn-ea"/>
              <a:cs typeface="+mn-cs"/>
            </a:endParaRPr>
          </a:p>
          <a:p>
            <a:pPr marL="171446" indent="-171446" defTabSz="685800" fontAlgn="auto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v"/>
              <a:defRPr/>
            </a:pPr>
            <a:endParaRPr lang="en-GB" sz="2000" dirty="0">
              <a:solidFill>
                <a:srgbClr val="FFFFFF"/>
              </a:solidFill>
              <a:latin typeface="Gill Sans MT"/>
              <a:ea typeface="+mn-ea"/>
              <a:cs typeface="+mn-cs"/>
            </a:endParaRPr>
          </a:p>
          <a:p>
            <a:pPr marL="171446" indent="-171446" defTabSz="685800" fontAlgn="auto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v"/>
              <a:defRPr/>
            </a:pPr>
            <a:endParaRPr lang="en-GB" sz="2000" dirty="0">
              <a:solidFill>
                <a:srgbClr val="FFFFFF"/>
              </a:solidFill>
              <a:latin typeface="Gill Sans MT"/>
              <a:ea typeface="+mn-ea"/>
              <a:cs typeface="+mn-cs"/>
            </a:endParaRPr>
          </a:p>
          <a:p>
            <a:pPr defTabSz="6858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000" b="1" dirty="0">
                <a:solidFill>
                  <a:srgbClr val="FFFFFF"/>
                </a:solidFill>
                <a:latin typeface="Gill Sans MT"/>
                <a:ea typeface="+mn-ea"/>
                <a:cs typeface="+mn-cs"/>
              </a:rPr>
              <a:t>               3%</a:t>
            </a:r>
          </a:p>
          <a:p>
            <a:pPr marL="171446" indent="-171446" defTabSz="685800" fontAlgn="auto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v"/>
              <a:defRPr/>
            </a:pPr>
            <a:endParaRPr lang="en-GB" sz="2000" dirty="0">
              <a:solidFill>
                <a:srgbClr val="FFFFFF"/>
              </a:solidFill>
              <a:latin typeface="Gill Sans MT"/>
              <a:ea typeface="+mn-ea"/>
              <a:cs typeface="+mn-cs"/>
            </a:endParaRPr>
          </a:p>
          <a:p>
            <a:pPr defTabSz="685800" fontAlgn="auto">
              <a:spcBef>
                <a:spcPts val="0"/>
              </a:spcBef>
              <a:spcAft>
                <a:spcPts val="0"/>
              </a:spcAft>
              <a:defRPr/>
            </a:pPr>
            <a:endParaRPr lang="en-GB" sz="2000" dirty="0">
              <a:solidFill>
                <a:srgbClr val="FFFFFF"/>
              </a:solidFill>
              <a:latin typeface="Gill Sans MT"/>
              <a:ea typeface="+mn-ea"/>
              <a:cs typeface="+mn-cs"/>
            </a:endParaRP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E41F3160-00DA-FA71-80BD-5DFCAC01AE84}"/>
              </a:ext>
            </a:extLst>
          </p:cNvPr>
          <p:cNvSpPr txBox="1"/>
          <p:nvPr/>
        </p:nvSpPr>
        <p:spPr>
          <a:xfrm flipH="1">
            <a:off x="7616527" y="1104899"/>
            <a:ext cx="1222361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6858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1400" b="1" dirty="0">
                <a:solidFill>
                  <a:srgbClr val="FFFFFF"/>
                </a:solidFill>
                <a:latin typeface="Gill Sans MT"/>
                <a:ea typeface="+mn-ea"/>
                <a:cs typeface="+mn-cs"/>
              </a:rPr>
              <a:t>VIVO ENERGY GHANA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12AFDEC9-A417-9218-BD87-398EDE8B7D36}"/>
              </a:ext>
            </a:extLst>
          </p:cNvPr>
          <p:cNvSpPr txBox="1"/>
          <p:nvPr/>
        </p:nvSpPr>
        <p:spPr>
          <a:xfrm>
            <a:off x="6948264" y="2457450"/>
            <a:ext cx="1988293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defTabSz="6858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dirty="0">
                <a:solidFill>
                  <a:srgbClr val="FFFFFF"/>
                </a:solidFill>
                <a:latin typeface="Gill Sans MT"/>
                <a:ea typeface="+mn-ea"/>
                <a:cs typeface="+mn-cs"/>
              </a:rPr>
              <a:t>Exclusive marketer and distributer of Shell-branded products and services </a:t>
            </a:r>
          </a:p>
        </p:txBody>
      </p:sp>
    </p:spTree>
    <p:extLst>
      <p:ext uri="{BB962C8B-B14F-4D97-AF65-F5344CB8AC3E}">
        <p14:creationId xmlns:p14="http://schemas.microsoft.com/office/powerpoint/2010/main" val="30504563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C0B9FC0-4D01-87C9-8908-782B027BA8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HOW VEGH OPERATES</a:t>
            </a:r>
            <a:endParaRPr lang="en-GB" dirty="0"/>
          </a:p>
        </p:txBody>
      </p:sp>
      <p:sp>
        <p:nvSpPr>
          <p:cNvPr id="32" name="Shape 2315"/>
          <p:cNvSpPr/>
          <p:nvPr/>
        </p:nvSpPr>
        <p:spPr>
          <a:xfrm rot="5400000">
            <a:off x="2819997" y="3005709"/>
            <a:ext cx="3175471" cy="24574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410" extrusionOk="0">
                <a:moveTo>
                  <a:pt x="0" y="21410"/>
                </a:moveTo>
                <a:cubicBezTo>
                  <a:pt x="0" y="4172"/>
                  <a:pt x="0" y="4172"/>
                  <a:pt x="0" y="4172"/>
                </a:cubicBezTo>
                <a:cubicBezTo>
                  <a:pt x="16" y="1472"/>
                  <a:pt x="143" y="-190"/>
                  <a:pt x="414" y="18"/>
                </a:cubicBezTo>
                <a:cubicBezTo>
                  <a:pt x="21600" y="18"/>
                  <a:pt x="21600" y="18"/>
                  <a:pt x="21600" y="18"/>
                </a:cubicBezTo>
              </a:path>
            </a:pathLst>
          </a:custGeom>
          <a:noFill/>
          <a:ln w="85725" cap="flat">
            <a:solidFill>
              <a:schemeClr val="accent2"/>
            </a:solidFill>
            <a:prstDash val="solid"/>
            <a:miter lim="400000"/>
          </a:ln>
          <a:effectLst/>
        </p:spPr>
        <p:txBody>
          <a:bodyPr wrap="square" lIns="25717" tIns="25717" rIns="25717" bIns="25717" numCol="1" anchor="t">
            <a:no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sz="2400"/>
            </a:pPr>
            <a:endParaRPr kumimoji="0" sz="3200" b="0" i="0" u="none" strike="noStrike" kern="1200" cap="none" spc="0" normalizeH="0" baseline="0" noProof="0">
              <a:ln>
                <a:noFill/>
              </a:ln>
              <a:solidFill>
                <a:srgbClr val="72B432"/>
              </a:solidFill>
              <a:effectLst/>
              <a:uLnTx/>
              <a:uFillTx/>
              <a:latin typeface="Gill Sans MT"/>
              <a:ea typeface="ＭＳ Ｐゴシック" pitchFamily="3" charset="-128"/>
            </a:endParaRPr>
          </a:p>
        </p:txBody>
      </p:sp>
      <p:sp>
        <p:nvSpPr>
          <p:cNvPr id="33" name="Shape 2316"/>
          <p:cNvSpPr/>
          <p:nvPr/>
        </p:nvSpPr>
        <p:spPr>
          <a:xfrm rot="5400000">
            <a:off x="3824967" y="1273266"/>
            <a:ext cx="517627" cy="512489"/>
          </a:xfrm>
          <a:prstGeom prst="ellipse">
            <a:avLst/>
          </a:prstGeom>
          <a:solidFill>
            <a:schemeClr val="accent2"/>
          </a:solidFill>
          <a:ln w="12700" cap="flat">
            <a:noFill/>
            <a:miter lim="400000"/>
          </a:ln>
          <a:effectLst/>
        </p:spPr>
        <p:txBody>
          <a:bodyPr wrap="square" lIns="25717" tIns="25717" rIns="25717" bIns="25717" numCol="1" anchor="t">
            <a:no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srgbClr val="72B432"/>
              </a:solidFill>
              <a:effectLst/>
              <a:uLnTx/>
              <a:uFillTx/>
              <a:latin typeface="Gill Sans MT"/>
              <a:ea typeface="ＭＳ Ｐゴシック" pitchFamily="3" charset="-128"/>
            </a:endParaRPr>
          </a:p>
        </p:txBody>
      </p:sp>
      <p:sp>
        <p:nvSpPr>
          <p:cNvPr id="44" name="Shape 2327"/>
          <p:cNvSpPr/>
          <p:nvPr/>
        </p:nvSpPr>
        <p:spPr>
          <a:xfrm rot="5400000">
            <a:off x="3291671" y="3567948"/>
            <a:ext cx="2117803" cy="17894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340" extrusionOk="0">
                <a:moveTo>
                  <a:pt x="0" y="21340"/>
                </a:moveTo>
                <a:cubicBezTo>
                  <a:pt x="0" y="5708"/>
                  <a:pt x="0" y="5708"/>
                  <a:pt x="0" y="5708"/>
                </a:cubicBezTo>
                <a:cubicBezTo>
                  <a:pt x="0" y="2014"/>
                  <a:pt x="135" y="-260"/>
                  <a:pt x="405" y="24"/>
                </a:cubicBezTo>
                <a:cubicBezTo>
                  <a:pt x="21600" y="24"/>
                  <a:pt x="21600" y="24"/>
                  <a:pt x="21600" y="24"/>
                </a:cubicBezTo>
              </a:path>
            </a:pathLst>
          </a:custGeom>
          <a:noFill/>
          <a:ln w="85725" cap="flat">
            <a:solidFill>
              <a:schemeClr val="accent1"/>
            </a:solidFill>
            <a:prstDash val="solid"/>
            <a:miter lim="400000"/>
          </a:ln>
          <a:effectLst/>
        </p:spPr>
        <p:txBody>
          <a:bodyPr wrap="square" lIns="25717" tIns="25717" rIns="25717" bIns="25717" numCol="1" anchor="t">
            <a:no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sz="2400"/>
            </a:pPr>
            <a:endParaRPr kumimoji="0" sz="3200" b="0" i="0" u="none" strike="noStrike" kern="1200" cap="none" spc="0" normalizeH="0" baseline="0" noProof="0">
              <a:ln>
                <a:noFill/>
              </a:ln>
              <a:solidFill>
                <a:srgbClr val="72B432"/>
              </a:solidFill>
              <a:effectLst/>
              <a:uLnTx/>
              <a:uFillTx/>
              <a:latin typeface="Gill Sans MT"/>
              <a:ea typeface="ＭＳ Ｐゴシック" pitchFamily="3" charset="-128"/>
            </a:endParaRPr>
          </a:p>
        </p:txBody>
      </p:sp>
      <p:sp>
        <p:nvSpPr>
          <p:cNvPr id="45" name="Shape 2328"/>
          <p:cNvSpPr/>
          <p:nvPr/>
        </p:nvSpPr>
        <p:spPr>
          <a:xfrm rot="5400000">
            <a:off x="3735962" y="2372769"/>
            <a:ext cx="546573" cy="512488"/>
          </a:xfrm>
          <a:prstGeom prst="ellipse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</p:spPr>
        <p:txBody>
          <a:bodyPr wrap="square" lIns="25717" tIns="25717" rIns="25717" bIns="25717" numCol="1" anchor="t">
            <a:no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srgbClr val="72B432"/>
              </a:solidFill>
              <a:effectLst/>
              <a:uLnTx/>
              <a:uFillTx/>
              <a:latin typeface="Gill Sans MT"/>
              <a:ea typeface="ＭＳ Ｐゴシック" pitchFamily="3" charset="-128"/>
            </a:endParaRPr>
          </a:p>
        </p:txBody>
      </p:sp>
      <p:sp>
        <p:nvSpPr>
          <p:cNvPr id="58" name="Shape 2333"/>
          <p:cNvSpPr/>
          <p:nvPr/>
        </p:nvSpPr>
        <p:spPr>
          <a:xfrm rot="5400000">
            <a:off x="4902540" y="2568483"/>
            <a:ext cx="429086" cy="449999"/>
          </a:xfrm>
          <a:prstGeom prst="ellipse">
            <a:avLst/>
          </a:prstGeom>
          <a:solidFill>
            <a:schemeClr val="accent4"/>
          </a:solidFill>
          <a:ln w="12700" cap="flat">
            <a:noFill/>
            <a:miter lim="400000"/>
          </a:ln>
          <a:effectLst/>
        </p:spPr>
        <p:txBody>
          <a:bodyPr wrap="square" lIns="25717" tIns="25717" rIns="25717" bIns="25717" numCol="1" anchor="t">
            <a:no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srgbClr val="72B432"/>
              </a:solidFill>
              <a:effectLst/>
              <a:uLnTx/>
              <a:uFillTx/>
              <a:latin typeface="Gill Sans MT"/>
              <a:ea typeface="ＭＳ Ｐゴシック" pitchFamily="3" charset="-128"/>
            </a:endParaRPr>
          </a:p>
        </p:txBody>
      </p:sp>
      <p:sp>
        <p:nvSpPr>
          <p:cNvPr id="62" name="Shape 2345"/>
          <p:cNvSpPr/>
          <p:nvPr/>
        </p:nvSpPr>
        <p:spPr>
          <a:xfrm rot="5400000">
            <a:off x="3787022" y="4156048"/>
            <a:ext cx="1008453" cy="11208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cubicBezTo>
                  <a:pt x="0" y="9651"/>
                  <a:pt x="0" y="9651"/>
                  <a:pt x="0" y="9651"/>
                </a:cubicBezTo>
                <a:cubicBezTo>
                  <a:pt x="0" y="3217"/>
                  <a:pt x="157" y="0"/>
                  <a:pt x="430" y="0"/>
                </a:cubicBezTo>
                <a:cubicBezTo>
                  <a:pt x="21600" y="0"/>
                  <a:pt x="21600" y="0"/>
                  <a:pt x="21600" y="0"/>
                </a:cubicBezTo>
              </a:path>
            </a:pathLst>
          </a:custGeom>
          <a:noFill/>
          <a:ln w="85725" cap="flat">
            <a:solidFill>
              <a:schemeClr val="tx2"/>
            </a:solidFill>
            <a:prstDash val="solid"/>
            <a:miter lim="400000"/>
          </a:ln>
          <a:effectLst/>
        </p:spPr>
        <p:txBody>
          <a:bodyPr wrap="square" lIns="25717" tIns="25717" rIns="25717" bIns="25717" numCol="1" anchor="t">
            <a:no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sz="2400"/>
            </a:pPr>
            <a:endParaRPr kumimoji="0" sz="3200" b="0" i="0" u="none" strike="noStrike" kern="1200" cap="none" spc="0" normalizeH="0" baseline="0" noProof="0">
              <a:ln>
                <a:noFill/>
              </a:ln>
              <a:solidFill>
                <a:srgbClr val="72B432"/>
              </a:solidFill>
              <a:effectLst/>
              <a:uLnTx/>
              <a:uFillTx/>
              <a:latin typeface="Gill Sans MT"/>
              <a:ea typeface="ＭＳ Ｐゴシック" pitchFamily="3" charset="-128"/>
            </a:endParaRPr>
          </a:p>
        </p:txBody>
      </p:sp>
      <p:sp>
        <p:nvSpPr>
          <p:cNvPr id="69" name="Shape 2346"/>
          <p:cNvSpPr/>
          <p:nvPr/>
        </p:nvSpPr>
        <p:spPr>
          <a:xfrm rot="5400000">
            <a:off x="3756098" y="3470045"/>
            <a:ext cx="461664" cy="512486"/>
          </a:xfrm>
          <a:prstGeom prst="ellipse">
            <a:avLst/>
          </a:prstGeom>
          <a:solidFill>
            <a:srgbClr val="27AAE1"/>
          </a:solidFill>
          <a:ln w="12700" cap="flat">
            <a:noFill/>
            <a:miter lim="400000"/>
          </a:ln>
          <a:effectLst/>
        </p:spPr>
        <p:txBody>
          <a:bodyPr wrap="square" lIns="25717" tIns="25717" rIns="25717" bIns="25717" numCol="1" anchor="t">
            <a:no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srgbClr val="72B432"/>
              </a:solidFill>
              <a:effectLst/>
              <a:uLnTx/>
              <a:uFillTx/>
              <a:latin typeface="Gill Sans MT"/>
              <a:ea typeface="ＭＳ Ｐゴシック" pitchFamily="3" charset="-128"/>
            </a:endParaRPr>
          </a:p>
        </p:txBody>
      </p:sp>
      <p:sp>
        <p:nvSpPr>
          <p:cNvPr id="75" name="Shape 2350"/>
          <p:cNvSpPr/>
          <p:nvPr/>
        </p:nvSpPr>
        <p:spPr>
          <a:xfrm rot="5400000">
            <a:off x="4342937" y="4156025"/>
            <a:ext cx="1008454" cy="11213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188" extrusionOk="0">
                <a:moveTo>
                  <a:pt x="0" y="0"/>
                </a:moveTo>
                <a:cubicBezTo>
                  <a:pt x="0" y="12150"/>
                  <a:pt x="0" y="12150"/>
                  <a:pt x="0" y="12150"/>
                </a:cubicBezTo>
                <a:cubicBezTo>
                  <a:pt x="0" y="18000"/>
                  <a:pt x="157" y="21600"/>
                  <a:pt x="430" y="21150"/>
                </a:cubicBezTo>
                <a:cubicBezTo>
                  <a:pt x="21600" y="21150"/>
                  <a:pt x="21600" y="21150"/>
                  <a:pt x="21600" y="21150"/>
                </a:cubicBezTo>
              </a:path>
            </a:pathLst>
          </a:custGeom>
          <a:noFill/>
          <a:ln w="85725" cap="flat">
            <a:solidFill>
              <a:schemeClr val="accent5"/>
            </a:solidFill>
            <a:prstDash val="solid"/>
            <a:miter lim="400000"/>
          </a:ln>
          <a:effectLst/>
        </p:spPr>
        <p:txBody>
          <a:bodyPr wrap="square" lIns="25717" tIns="25717" rIns="25717" bIns="25717" numCol="1" anchor="t">
            <a:no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sz="2400"/>
            </a:pPr>
            <a:endParaRPr kumimoji="0" sz="3200" b="0" i="0" u="none" strike="noStrike" kern="1200" cap="none" spc="0" normalizeH="0" baseline="0" noProof="0">
              <a:ln>
                <a:noFill/>
              </a:ln>
              <a:solidFill>
                <a:srgbClr val="72B432"/>
              </a:solidFill>
              <a:effectLst/>
              <a:uLnTx/>
              <a:uFillTx/>
              <a:latin typeface="Gill Sans MT"/>
              <a:ea typeface="ＭＳ Ｐゴシック" pitchFamily="3" charset="-128"/>
            </a:endParaRPr>
          </a:p>
        </p:txBody>
      </p:sp>
      <p:sp>
        <p:nvSpPr>
          <p:cNvPr id="76" name="Shape 2351"/>
          <p:cNvSpPr/>
          <p:nvPr/>
        </p:nvSpPr>
        <p:spPr>
          <a:xfrm rot="5400000">
            <a:off x="4891154" y="3413108"/>
            <a:ext cx="490306" cy="475056"/>
          </a:xfrm>
          <a:prstGeom prst="ellipse">
            <a:avLst/>
          </a:prstGeom>
          <a:solidFill>
            <a:schemeClr val="accent5"/>
          </a:solidFill>
          <a:ln w="12700" cap="flat">
            <a:noFill/>
            <a:miter lim="400000"/>
          </a:ln>
          <a:effectLst/>
        </p:spPr>
        <p:txBody>
          <a:bodyPr wrap="square" lIns="25717" tIns="25717" rIns="25717" bIns="25717" numCol="1" anchor="t">
            <a:no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srgbClr val="72B432"/>
              </a:solidFill>
              <a:effectLst/>
              <a:uLnTx/>
              <a:uFillTx/>
              <a:latin typeface="Gill Sans MT"/>
              <a:ea typeface="ＭＳ Ｐゴシック" pitchFamily="3" charset="-128"/>
            </a:endParaRPr>
          </a:p>
        </p:txBody>
      </p:sp>
      <p:sp>
        <p:nvSpPr>
          <p:cNvPr id="83" name="Freeform 282"/>
          <p:cNvSpPr/>
          <p:nvPr/>
        </p:nvSpPr>
        <p:spPr>
          <a:xfrm>
            <a:off x="3935521" y="1357012"/>
            <a:ext cx="313171" cy="298527"/>
          </a:xfrm>
          <a:custGeom>
            <a:avLst/>
            <a:gdLst/>
            <a:ahLst/>
            <a:cxnLst/>
            <a:rect l="l" t="t" r="r" b="b"/>
            <a:pathLst>
              <a:path w="468765" h="447074">
                <a:moveTo>
                  <a:pt x="234382" y="0"/>
                </a:moveTo>
                <a:cubicBezTo>
                  <a:pt x="240017" y="0"/>
                  <a:pt x="244618" y="3850"/>
                  <a:pt x="248186" y="11550"/>
                </a:cubicBezTo>
                <a:lnTo>
                  <a:pt x="311571" y="139728"/>
                </a:lnTo>
                <a:lnTo>
                  <a:pt x="452990" y="160293"/>
                </a:lnTo>
                <a:cubicBezTo>
                  <a:pt x="463507" y="161983"/>
                  <a:pt x="468765" y="166303"/>
                  <a:pt x="468765" y="173252"/>
                </a:cubicBezTo>
                <a:cubicBezTo>
                  <a:pt x="468765" y="177383"/>
                  <a:pt x="466324" y="181891"/>
                  <a:pt x="461441" y="186774"/>
                </a:cubicBezTo>
                <a:lnTo>
                  <a:pt x="359180" y="286499"/>
                </a:lnTo>
                <a:lnTo>
                  <a:pt x="383407" y="427354"/>
                </a:lnTo>
                <a:cubicBezTo>
                  <a:pt x="383595" y="428669"/>
                  <a:pt x="383689" y="430547"/>
                  <a:pt x="383689" y="432989"/>
                </a:cubicBezTo>
                <a:cubicBezTo>
                  <a:pt x="383689" y="436933"/>
                  <a:pt x="382703" y="440266"/>
                  <a:pt x="380731" y="442989"/>
                </a:cubicBezTo>
                <a:cubicBezTo>
                  <a:pt x="378759" y="445713"/>
                  <a:pt x="375895" y="447074"/>
                  <a:pt x="372139" y="447074"/>
                </a:cubicBezTo>
                <a:cubicBezTo>
                  <a:pt x="368571" y="447074"/>
                  <a:pt x="364814" y="445947"/>
                  <a:pt x="360870" y="443694"/>
                </a:cubicBezTo>
                <a:lnTo>
                  <a:pt x="234382" y="377210"/>
                </a:lnTo>
                <a:lnTo>
                  <a:pt x="107894" y="443694"/>
                </a:lnTo>
                <a:cubicBezTo>
                  <a:pt x="103763" y="445947"/>
                  <a:pt x="100006" y="447074"/>
                  <a:pt x="96626" y="447074"/>
                </a:cubicBezTo>
                <a:cubicBezTo>
                  <a:pt x="92682" y="447074"/>
                  <a:pt x="89724" y="445713"/>
                  <a:pt x="87752" y="442989"/>
                </a:cubicBezTo>
                <a:cubicBezTo>
                  <a:pt x="85780" y="440266"/>
                  <a:pt x="84794" y="436933"/>
                  <a:pt x="84794" y="432989"/>
                </a:cubicBezTo>
                <a:cubicBezTo>
                  <a:pt x="84794" y="431862"/>
                  <a:pt x="84982" y="429984"/>
                  <a:pt x="85358" y="427354"/>
                </a:cubicBezTo>
                <a:lnTo>
                  <a:pt x="109585" y="286499"/>
                </a:lnTo>
                <a:lnTo>
                  <a:pt x="7043" y="186774"/>
                </a:lnTo>
                <a:cubicBezTo>
                  <a:pt x="2347" y="181703"/>
                  <a:pt x="0" y="177196"/>
                  <a:pt x="0" y="173252"/>
                </a:cubicBezTo>
                <a:cubicBezTo>
                  <a:pt x="0" y="166303"/>
                  <a:pt x="5258" y="161983"/>
                  <a:pt x="15775" y="160293"/>
                </a:cubicBezTo>
                <a:lnTo>
                  <a:pt x="157194" y="139728"/>
                </a:lnTo>
                <a:lnTo>
                  <a:pt x="220579" y="11550"/>
                </a:lnTo>
                <a:cubicBezTo>
                  <a:pt x="224147" y="3850"/>
                  <a:pt x="228748" y="0"/>
                  <a:pt x="23438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ill Sans MT"/>
              <a:ea typeface="+mn-ea"/>
              <a:cs typeface="+mn-cs"/>
            </a:endParaRPr>
          </a:p>
        </p:txBody>
      </p:sp>
      <p:grpSp>
        <p:nvGrpSpPr>
          <p:cNvPr id="110" name="Group 109"/>
          <p:cNvGrpSpPr/>
          <p:nvPr/>
        </p:nvGrpSpPr>
        <p:grpSpPr>
          <a:xfrm>
            <a:off x="107504" y="813105"/>
            <a:ext cx="3656823" cy="1196579"/>
            <a:chOff x="1390313" y="730617"/>
            <a:chExt cx="2997936" cy="2068695"/>
          </a:xfrm>
        </p:grpSpPr>
        <p:sp>
          <p:nvSpPr>
            <p:cNvPr id="111" name="TextBox 110"/>
            <p:cNvSpPr txBox="1"/>
            <p:nvPr/>
          </p:nvSpPr>
          <p:spPr>
            <a:xfrm>
              <a:off x="1626447" y="730617"/>
              <a:ext cx="2381855" cy="585306"/>
            </a:xfrm>
            <a:prstGeom prst="rect">
              <a:avLst/>
            </a:prstGeom>
            <a:noFill/>
          </p:spPr>
          <p:txBody>
            <a:bodyPr wrap="square" lIns="0" rIns="0" rtlCol="0" anchor="ctr">
              <a:sp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72B432"/>
                  </a:solidFill>
                  <a:effectLst/>
                  <a:uLnTx/>
                  <a:uFillTx/>
                  <a:latin typeface="Gill Sans MT"/>
                  <a:ea typeface="Lato ExtraBold" panose="020F0502020204030204" pitchFamily="34" charset="0"/>
                  <a:cs typeface="Lato ExtraBold" panose="020F0502020204030204" pitchFamily="34" charset="0"/>
                </a:rPr>
                <a:t>RETAIL</a:t>
              </a:r>
            </a:p>
          </p:txBody>
        </p:sp>
        <p:sp>
          <p:nvSpPr>
            <p:cNvPr id="112" name="TextBox 111"/>
            <p:cNvSpPr txBox="1"/>
            <p:nvPr/>
          </p:nvSpPr>
          <p:spPr>
            <a:xfrm>
              <a:off x="1390313" y="1362650"/>
              <a:ext cx="2997936" cy="1436662"/>
            </a:xfrm>
            <a:prstGeom prst="rect">
              <a:avLst/>
            </a:prstGeom>
            <a:noFill/>
          </p:spPr>
          <p:txBody>
            <a:bodyPr wrap="square" lIns="0" rIns="0" rtlCol="0" anchor="ctr">
              <a:spAutoFit/>
            </a:bodyPr>
            <a:lstStyle/>
            <a:p>
              <a:pPr marL="171450" marR="0" lvl="0" indent="-171450" algn="just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lang="en-US" sz="1200" dirty="0">
                  <a:solidFill>
                    <a:srgbClr val="4D4D4F">
                      <a:lumMod val="50000"/>
                    </a:srgbClr>
                  </a:solidFill>
                  <a:latin typeface="Gill Sans MT"/>
                </a:rPr>
                <a:t>Deals with the sale of Shell branded fuel and/or lubricants to motor vehicles at the filling station.</a:t>
              </a:r>
            </a:p>
            <a:p>
              <a:pPr marL="171450" marR="0" lvl="0" indent="-171450" algn="just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lang="en-US" sz="1200" dirty="0">
                  <a:solidFill>
                    <a:srgbClr val="4D4D4F">
                      <a:lumMod val="50000"/>
                    </a:srgbClr>
                  </a:solidFill>
                  <a:latin typeface="Gill Sans MT"/>
                </a:rPr>
                <a:t>Filling stations are grouped into 14 territories/zones.</a:t>
              </a: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4D4D4F">
                    <a:lumMod val="50000"/>
                  </a:srgbClr>
                </a:solidFill>
                <a:effectLst/>
                <a:uLnTx/>
                <a:uFillTx/>
                <a:latin typeface="Gill Sans MT"/>
                <a:ea typeface="ＭＳ Ｐゴシック" pitchFamily="3" charset="-128"/>
              </a:endParaRPr>
            </a:p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72B432"/>
                </a:solidFill>
                <a:effectLst/>
                <a:uLnTx/>
                <a:uFillTx/>
                <a:latin typeface="Gill Sans MT"/>
                <a:ea typeface="ＭＳ Ｐゴシック" pitchFamily="3" charset="-128"/>
              </a:endParaRPr>
            </a:p>
          </p:txBody>
        </p:sp>
      </p:grpSp>
      <p:sp>
        <p:nvSpPr>
          <p:cNvPr id="125" name="TextBox 124"/>
          <p:cNvSpPr txBox="1"/>
          <p:nvPr/>
        </p:nvSpPr>
        <p:spPr>
          <a:xfrm>
            <a:off x="1653148" y="3750093"/>
            <a:ext cx="1647727" cy="215444"/>
          </a:xfrm>
          <a:prstGeom prst="rect">
            <a:avLst/>
          </a:prstGeom>
          <a:noFill/>
        </p:spPr>
        <p:txBody>
          <a:bodyPr wrap="square" lIns="0" rIns="0" rtlCol="0" anchor="ctr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72B432"/>
              </a:solidFill>
              <a:effectLst/>
              <a:uLnTx/>
              <a:uFillTx/>
              <a:latin typeface="Gill Sans MT"/>
              <a:ea typeface="ＭＳ Ｐゴシック" pitchFamily="3" charset="-128"/>
            </a:endParaRPr>
          </a:p>
        </p:txBody>
      </p:sp>
      <p:sp>
        <p:nvSpPr>
          <p:cNvPr id="5" name="Freeform 282">
            <a:extLst>
              <a:ext uri="{FF2B5EF4-FFF2-40B4-BE49-F238E27FC236}">
                <a16:creationId xmlns:a16="http://schemas.microsoft.com/office/drawing/2014/main" id="{F2F16950-8984-9152-BBE7-E5A615B08370}"/>
              </a:ext>
            </a:extLst>
          </p:cNvPr>
          <p:cNvSpPr/>
          <p:nvPr/>
        </p:nvSpPr>
        <p:spPr>
          <a:xfrm>
            <a:off x="5010011" y="1388961"/>
            <a:ext cx="313171" cy="298527"/>
          </a:xfrm>
          <a:custGeom>
            <a:avLst/>
            <a:gdLst/>
            <a:ahLst/>
            <a:cxnLst/>
            <a:rect l="l" t="t" r="r" b="b"/>
            <a:pathLst>
              <a:path w="468765" h="447074">
                <a:moveTo>
                  <a:pt x="234382" y="0"/>
                </a:moveTo>
                <a:cubicBezTo>
                  <a:pt x="240017" y="0"/>
                  <a:pt x="244618" y="3850"/>
                  <a:pt x="248186" y="11550"/>
                </a:cubicBezTo>
                <a:lnTo>
                  <a:pt x="311571" y="139728"/>
                </a:lnTo>
                <a:lnTo>
                  <a:pt x="452990" y="160293"/>
                </a:lnTo>
                <a:cubicBezTo>
                  <a:pt x="463507" y="161983"/>
                  <a:pt x="468765" y="166303"/>
                  <a:pt x="468765" y="173252"/>
                </a:cubicBezTo>
                <a:cubicBezTo>
                  <a:pt x="468765" y="177383"/>
                  <a:pt x="466324" y="181891"/>
                  <a:pt x="461441" y="186774"/>
                </a:cubicBezTo>
                <a:lnTo>
                  <a:pt x="359180" y="286499"/>
                </a:lnTo>
                <a:lnTo>
                  <a:pt x="383407" y="427354"/>
                </a:lnTo>
                <a:cubicBezTo>
                  <a:pt x="383595" y="428669"/>
                  <a:pt x="383689" y="430547"/>
                  <a:pt x="383689" y="432989"/>
                </a:cubicBezTo>
                <a:cubicBezTo>
                  <a:pt x="383689" y="436933"/>
                  <a:pt x="382703" y="440266"/>
                  <a:pt x="380731" y="442989"/>
                </a:cubicBezTo>
                <a:cubicBezTo>
                  <a:pt x="378759" y="445713"/>
                  <a:pt x="375895" y="447074"/>
                  <a:pt x="372139" y="447074"/>
                </a:cubicBezTo>
                <a:cubicBezTo>
                  <a:pt x="368571" y="447074"/>
                  <a:pt x="364814" y="445947"/>
                  <a:pt x="360870" y="443694"/>
                </a:cubicBezTo>
                <a:lnTo>
                  <a:pt x="234382" y="377210"/>
                </a:lnTo>
                <a:lnTo>
                  <a:pt x="107894" y="443694"/>
                </a:lnTo>
                <a:cubicBezTo>
                  <a:pt x="103763" y="445947"/>
                  <a:pt x="100006" y="447074"/>
                  <a:pt x="96626" y="447074"/>
                </a:cubicBezTo>
                <a:cubicBezTo>
                  <a:pt x="92682" y="447074"/>
                  <a:pt x="89724" y="445713"/>
                  <a:pt x="87752" y="442989"/>
                </a:cubicBezTo>
                <a:cubicBezTo>
                  <a:pt x="85780" y="440266"/>
                  <a:pt x="84794" y="436933"/>
                  <a:pt x="84794" y="432989"/>
                </a:cubicBezTo>
                <a:cubicBezTo>
                  <a:pt x="84794" y="431862"/>
                  <a:pt x="84982" y="429984"/>
                  <a:pt x="85358" y="427354"/>
                </a:cubicBezTo>
                <a:lnTo>
                  <a:pt x="109585" y="286499"/>
                </a:lnTo>
                <a:lnTo>
                  <a:pt x="7043" y="186774"/>
                </a:lnTo>
                <a:cubicBezTo>
                  <a:pt x="2347" y="181703"/>
                  <a:pt x="0" y="177196"/>
                  <a:pt x="0" y="173252"/>
                </a:cubicBezTo>
                <a:cubicBezTo>
                  <a:pt x="0" y="166303"/>
                  <a:pt x="5258" y="161983"/>
                  <a:pt x="15775" y="160293"/>
                </a:cubicBezTo>
                <a:lnTo>
                  <a:pt x="157194" y="139728"/>
                </a:lnTo>
                <a:lnTo>
                  <a:pt x="220579" y="11550"/>
                </a:lnTo>
                <a:cubicBezTo>
                  <a:pt x="224147" y="3850"/>
                  <a:pt x="228748" y="0"/>
                  <a:pt x="23438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ill Sans MT"/>
              <a:ea typeface="+mn-ea"/>
              <a:cs typeface="+mn-cs"/>
            </a:endParaRPr>
          </a:p>
        </p:txBody>
      </p:sp>
      <p:sp>
        <p:nvSpPr>
          <p:cNvPr id="7" name="Freeform 282">
            <a:extLst>
              <a:ext uri="{FF2B5EF4-FFF2-40B4-BE49-F238E27FC236}">
                <a16:creationId xmlns:a16="http://schemas.microsoft.com/office/drawing/2014/main" id="{F57A4E74-3A74-AD9E-9141-3D64811F0B97}"/>
              </a:ext>
            </a:extLst>
          </p:cNvPr>
          <p:cNvSpPr/>
          <p:nvPr/>
        </p:nvSpPr>
        <p:spPr>
          <a:xfrm>
            <a:off x="3852262" y="2471698"/>
            <a:ext cx="313171" cy="298527"/>
          </a:xfrm>
          <a:custGeom>
            <a:avLst/>
            <a:gdLst/>
            <a:ahLst/>
            <a:cxnLst/>
            <a:rect l="l" t="t" r="r" b="b"/>
            <a:pathLst>
              <a:path w="468765" h="447074">
                <a:moveTo>
                  <a:pt x="234382" y="0"/>
                </a:moveTo>
                <a:cubicBezTo>
                  <a:pt x="240017" y="0"/>
                  <a:pt x="244618" y="3850"/>
                  <a:pt x="248186" y="11550"/>
                </a:cubicBezTo>
                <a:lnTo>
                  <a:pt x="311571" y="139728"/>
                </a:lnTo>
                <a:lnTo>
                  <a:pt x="452990" y="160293"/>
                </a:lnTo>
                <a:cubicBezTo>
                  <a:pt x="463507" y="161983"/>
                  <a:pt x="468765" y="166303"/>
                  <a:pt x="468765" y="173252"/>
                </a:cubicBezTo>
                <a:cubicBezTo>
                  <a:pt x="468765" y="177383"/>
                  <a:pt x="466324" y="181891"/>
                  <a:pt x="461441" y="186774"/>
                </a:cubicBezTo>
                <a:lnTo>
                  <a:pt x="359180" y="286499"/>
                </a:lnTo>
                <a:lnTo>
                  <a:pt x="383407" y="427354"/>
                </a:lnTo>
                <a:cubicBezTo>
                  <a:pt x="383595" y="428669"/>
                  <a:pt x="383689" y="430547"/>
                  <a:pt x="383689" y="432989"/>
                </a:cubicBezTo>
                <a:cubicBezTo>
                  <a:pt x="383689" y="436933"/>
                  <a:pt x="382703" y="440266"/>
                  <a:pt x="380731" y="442989"/>
                </a:cubicBezTo>
                <a:cubicBezTo>
                  <a:pt x="378759" y="445713"/>
                  <a:pt x="375895" y="447074"/>
                  <a:pt x="372139" y="447074"/>
                </a:cubicBezTo>
                <a:cubicBezTo>
                  <a:pt x="368571" y="447074"/>
                  <a:pt x="364814" y="445947"/>
                  <a:pt x="360870" y="443694"/>
                </a:cubicBezTo>
                <a:lnTo>
                  <a:pt x="234382" y="377210"/>
                </a:lnTo>
                <a:lnTo>
                  <a:pt x="107894" y="443694"/>
                </a:lnTo>
                <a:cubicBezTo>
                  <a:pt x="103763" y="445947"/>
                  <a:pt x="100006" y="447074"/>
                  <a:pt x="96626" y="447074"/>
                </a:cubicBezTo>
                <a:cubicBezTo>
                  <a:pt x="92682" y="447074"/>
                  <a:pt x="89724" y="445713"/>
                  <a:pt x="87752" y="442989"/>
                </a:cubicBezTo>
                <a:cubicBezTo>
                  <a:pt x="85780" y="440266"/>
                  <a:pt x="84794" y="436933"/>
                  <a:pt x="84794" y="432989"/>
                </a:cubicBezTo>
                <a:cubicBezTo>
                  <a:pt x="84794" y="431862"/>
                  <a:pt x="84982" y="429984"/>
                  <a:pt x="85358" y="427354"/>
                </a:cubicBezTo>
                <a:lnTo>
                  <a:pt x="109585" y="286499"/>
                </a:lnTo>
                <a:lnTo>
                  <a:pt x="7043" y="186774"/>
                </a:lnTo>
                <a:cubicBezTo>
                  <a:pt x="2347" y="181703"/>
                  <a:pt x="0" y="177196"/>
                  <a:pt x="0" y="173252"/>
                </a:cubicBezTo>
                <a:cubicBezTo>
                  <a:pt x="0" y="166303"/>
                  <a:pt x="5258" y="161983"/>
                  <a:pt x="15775" y="160293"/>
                </a:cubicBezTo>
                <a:lnTo>
                  <a:pt x="157194" y="139728"/>
                </a:lnTo>
                <a:lnTo>
                  <a:pt x="220579" y="11550"/>
                </a:lnTo>
                <a:cubicBezTo>
                  <a:pt x="224147" y="3850"/>
                  <a:pt x="228748" y="0"/>
                  <a:pt x="23438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ill Sans MT"/>
              <a:ea typeface="+mn-ea"/>
              <a:cs typeface="+mn-cs"/>
            </a:endParaRPr>
          </a:p>
        </p:txBody>
      </p:sp>
      <p:sp>
        <p:nvSpPr>
          <p:cNvPr id="8" name="Freeform 282">
            <a:extLst>
              <a:ext uri="{FF2B5EF4-FFF2-40B4-BE49-F238E27FC236}">
                <a16:creationId xmlns:a16="http://schemas.microsoft.com/office/drawing/2014/main" id="{F274C5D2-2ACD-1F53-CD2A-D02E2CF4D300}"/>
              </a:ext>
            </a:extLst>
          </p:cNvPr>
          <p:cNvSpPr/>
          <p:nvPr/>
        </p:nvSpPr>
        <p:spPr>
          <a:xfrm>
            <a:off x="4955742" y="2620962"/>
            <a:ext cx="313171" cy="298527"/>
          </a:xfrm>
          <a:custGeom>
            <a:avLst/>
            <a:gdLst/>
            <a:ahLst/>
            <a:cxnLst/>
            <a:rect l="l" t="t" r="r" b="b"/>
            <a:pathLst>
              <a:path w="468765" h="447074">
                <a:moveTo>
                  <a:pt x="234382" y="0"/>
                </a:moveTo>
                <a:cubicBezTo>
                  <a:pt x="240017" y="0"/>
                  <a:pt x="244618" y="3850"/>
                  <a:pt x="248186" y="11550"/>
                </a:cubicBezTo>
                <a:lnTo>
                  <a:pt x="311571" y="139728"/>
                </a:lnTo>
                <a:lnTo>
                  <a:pt x="452990" y="160293"/>
                </a:lnTo>
                <a:cubicBezTo>
                  <a:pt x="463507" y="161983"/>
                  <a:pt x="468765" y="166303"/>
                  <a:pt x="468765" y="173252"/>
                </a:cubicBezTo>
                <a:cubicBezTo>
                  <a:pt x="468765" y="177383"/>
                  <a:pt x="466324" y="181891"/>
                  <a:pt x="461441" y="186774"/>
                </a:cubicBezTo>
                <a:lnTo>
                  <a:pt x="359180" y="286499"/>
                </a:lnTo>
                <a:lnTo>
                  <a:pt x="383407" y="427354"/>
                </a:lnTo>
                <a:cubicBezTo>
                  <a:pt x="383595" y="428669"/>
                  <a:pt x="383689" y="430547"/>
                  <a:pt x="383689" y="432989"/>
                </a:cubicBezTo>
                <a:cubicBezTo>
                  <a:pt x="383689" y="436933"/>
                  <a:pt x="382703" y="440266"/>
                  <a:pt x="380731" y="442989"/>
                </a:cubicBezTo>
                <a:cubicBezTo>
                  <a:pt x="378759" y="445713"/>
                  <a:pt x="375895" y="447074"/>
                  <a:pt x="372139" y="447074"/>
                </a:cubicBezTo>
                <a:cubicBezTo>
                  <a:pt x="368571" y="447074"/>
                  <a:pt x="364814" y="445947"/>
                  <a:pt x="360870" y="443694"/>
                </a:cubicBezTo>
                <a:lnTo>
                  <a:pt x="234382" y="377210"/>
                </a:lnTo>
                <a:lnTo>
                  <a:pt x="107894" y="443694"/>
                </a:lnTo>
                <a:cubicBezTo>
                  <a:pt x="103763" y="445947"/>
                  <a:pt x="100006" y="447074"/>
                  <a:pt x="96626" y="447074"/>
                </a:cubicBezTo>
                <a:cubicBezTo>
                  <a:pt x="92682" y="447074"/>
                  <a:pt x="89724" y="445713"/>
                  <a:pt x="87752" y="442989"/>
                </a:cubicBezTo>
                <a:cubicBezTo>
                  <a:pt x="85780" y="440266"/>
                  <a:pt x="84794" y="436933"/>
                  <a:pt x="84794" y="432989"/>
                </a:cubicBezTo>
                <a:cubicBezTo>
                  <a:pt x="84794" y="431862"/>
                  <a:pt x="84982" y="429984"/>
                  <a:pt x="85358" y="427354"/>
                </a:cubicBezTo>
                <a:lnTo>
                  <a:pt x="109585" y="286499"/>
                </a:lnTo>
                <a:lnTo>
                  <a:pt x="7043" y="186774"/>
                </a:lnTo>
                <a:cubicBezTo>
                  <a:pt x="2347" y="181703"/>
                  <a:pt x="0" y="177196"/>
                  <a:pt x="0" y="173252"/>
                </a:cubicBezTo>
                <a:cubicBezTo>
                  <a:pt x="0" y="166303"/>
                  <a:pt x="5258" y="161983"/>
                  <a:pt x="15775" y="160293"/>
                </a:cubicBezTo>
                <a:lnTo>
                  <a:pt x="157194" y="139728"/>
                </a:lnTo>
                <a:lnTo>
                  <a:pt x="220579" y="11550"/>
                </a:lnTo>
                <a:cubicBezTo>
                  <a:pt x="224147" y="3850"/>
                  <a:pt x="228748" y="0"/>
                  <a:pt x="23438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ill Sans MT"/>
              <a:ea typeface="+mn-ea"/>
              <a:cs typeface="+mn-cs"/>
            </a:endParaRPr>
          </a:p>
        </p:txBody>
      </p:sp>
      <p:sp>
        <p:nvSpPr>
          <p:cNvPr id="9" name="Freeform 282">
            <a:extLst>
              <a:ext uri="{FF2B5EF4-FFF2-40B4-BE49-F238E27FC236}">
                <a16:creationId xmlns:a16="http://schemas.microsoft.com/office/drawing/2014/main" id="{2F9DD770-B006-1CFA-AD27-953B827260F7}"/>
              </a:ext>
            </a:extLst>
          </p:cNvPr>
          <p:cNvSpPr/>
          <p:nvPr/>
        </p:nvSpPr>
        <p:spPr>
          <a:xfrm>
            <a:off x="3828543" y="3577024"/>
            <a:ext cx="313171" cy="298527"/>
          </a:xfrm>
          <a:custGeom>
            <a:avLst/>
            <a:gdLst/>
            <a:ahLst/>
            <a:cxnLst/>
            <a:rect l="l" t="t" r="r" b="b"/>
            <a:pathLst>
              <a:path w="468765" h="447074">
                <a:moveTo>
                  <a:pt x="234382" y="0"/>
                </a:moveTo>
                <a:cubicBezTo>
                  <a:pt x="240017" y="0"/>
                  <a:pt x="244618" y="3850"/>
                  <a:pt x="248186" y="11550"/>
                </a:cubicBezTo>
                <a:lnTo>
                  <a:pt x="311571" y="139728"/>
                </a:lnTo>
                <a:lnTo>
                  <a:pt x="452990" y="160293"/>
                </a:lnTo>
                <a:cubicBezTo>
                  <a:pt x="463507" y="161983"/>
                  <a:pt x="468765" y="166303"/>
                  <a:pt x="468765" y="173252"/>
                </a:cubicBezTo>
                <a:cubicBezTo>
                  <a:pt x="468765" y="177383"/>
                  <a:pt x="466324" y="181891"/>
                  <a:pt x="461441" y="186774"/>
                </a:cubicBezTo>
                <a:lnTo>
                  <a:pt x="359180" y="286499"/>
                </a:lnTo>
                <a:lnTo>
                  <a:pt x="383407" y="427354"/>
                </a:lnTo>
                <a:cubicBezTo>
                  <a:pt x="383595" y="428669"/>
                  <a:pt x="383689" y="430547"/>
                  <a:pt x="383689" y="432989"/>
                </a:cubicBezTo>
                <a:cubicBezTo>
                  <a:pt x="383689" y="436933"/>
                  <a:pt x="382703" y="440266"/>
                  <a:pt x="380731" y="442989"/>
                </a:cubicBezTo>
                <a:cubicBezTo>
                  <a:pt x="378759" y="445713"/>
                  <a:pt x="375895" y="447074"/>
                  <a:pt x="372139" y="447074"/>
                </a:cubicBezTo>
                <a:cubicBezTo>
                  <a:pt x="368571" y="447074"/>
                  <a:pt x="364814" y="445947"/>
                  <a:pt x="360870" y="443694"/>
                </a:cubicBezTo>
                <a:lnTo>
                  <a:pt x="234382" y="377210"/>
                </a:lnTo>
                <a:lnTo>
                  <a:pt x="107894" y="443694"/>
                </a:lnTo>
                <a:cubicBezTo>
                  <a:pt x="103763" y="445947"/>
                  <a:pt x="100006" y="447074"/>
                  <a:pt x="96626" y="447074"/>
                </a:cubicBezTo>
                <a:cubicBezTo>
                  <a:pt x="92682" y="447074"/>
                  <a:pt x="89724" y="445713"/>
                  <a:pt x="87752" y="442989"/>
                </a:cubicBezTo>
                <a:cubicBezTo>
                  <a:pt x="85780" y="440266"/>
                  <a:pt x="84794" y="436933"/>
                  <a:pt x="84794" y="432989"/>
                </a:cubicBezTo>
                <a:cubicBezTo>
                  <a:pt x="84794" y="431862"/>
                  <a:pt x="84982" y="429984"/>
                  <a:pt x="85358" y="427354"/>
                </a:cubicBezTo>
                <a:lnTo>
                  <a:pt x="109585" y="286499"/>
                </a:lnTo>
                <a:lnTo>
                  <a:pt x="7043" y="186774"/>
                </a:lnTo>
                <a:cubicBezTo>
                  <a:pt x="2347" y="181703"/>
                  <a:pt x="0" y="177196"/>
                  <a:pt x="0" y="173252"/>
                </a:cubicBezTo>
                <a:cubicBezTo>
                  <a:pt x="0" y="166303"/>
                  <a:pt x="5258" y="161983"/>
                  <a:pt x="15775" y="160293"/>
                </a:cubicBezTo>
                <a:lnTo>
                  <a:pt x="157194" y="139728"/>
                </a:lnTo>
                <a:lnTo>
                  <a:pt x="220579" y="11550"/>
                </a:lnTo>
                <a:cubicBezTo>
                  <a:pt x="224147" y="3850"/>
                  <a:pt x="228748" y="0"/>
                  <a:pt x="23438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ill Sans MT"/>
              <a:ea typeface="+mn-ea"/>
              <a:cs typeface="+mn-cs"/>
            </a:endParaRPr>
          </a:p>
        </p:txBody>
      </p:sp>
      <p:sp>
        <p:nvSpPr>
          <p:cNvPr id="10" name="Freeform 282">
            <a:extLst>
              <a:ext uri="{FF2B5EF4-FFF2-40B4-BE49-F238E27FC236}">
                <a16:creationId xmlns:a16="http://schemas.microsoft.com/office/drawing/2014/main" id="{F9F85761-2A1F-93B9-266E-99AC23E9C7C6}"/>
              </a:ext>
            </a:extLst>
          </p:cNvPr>
          <p:cNvSpPr/>
          <p:nvPr/>
        </p:nvSpPr>
        <p:spPr>
          <a:xfrm>
            <a:off x="4965423" y="3508155"/>
            <a:ext cx="313171" cy="298527"/>
          </a:xfrm>
          <a:custGeom>
            <a:avLst/>
            <a:gdLst/>
            <a:ahLst/>
            <a:cxnLst/>
            <a:rect l="l" t="t" r="r" b="b"/>
            <a:pathLst>
              <a:path w="468765" h="447074">
                <a:moveTo>
                  <a:pt x="234382" y="0"/>
                </a:moveTo>
                <a:cubicBezTo>
                  <a:pt x="240017" y="0"/>
                  <a:pt x="244618" y="3850"/>
                  <a:pt x="248186" y="11550"/>
                </a:cubicBezTo>
                <a:lnTo>
                  <a:pt x="311571" y="139728"/>
                </a:lnTo>
                <a:lnTo>
                  <a:pt x="452990" y="160293"/>
                </a:lnTo>
                <a:cubicBezTo>
                  <a:pt x="463507" y="161983"/>
                  <a:pt x="468765" y="166303"/>
                  <a:pt x="468765" y="173252"/>
                </a:cubicBezTo>
                <a:cubicBezTo>
                  <a:pt x="468765" y="177383"/>
                  <a:pt x="466324" y="181891"/>
                  <a:pt x="461441" y="186774"/>
                </a:cubicBezTo>
                <a:lnTo>
                  <a:pt x="359180" y="286499"/>
                </a:lnTo>
                <a:lnTo>
                  <a:pt x="383407" y="427354"/>
                </a:lnTo>
                <a:cubicBezTo>
                  <a:pt x="383595" y="428669"/>
                  <a:pt x="383689" y="430547"/>
                  <a:pt x="383689" y="432989"/>
                </a:cubicBezTo>
                <a:cubicBezTo>
                  <a:pt x="383689" y="436933"/>
                  <a:pt x="382703" y="440266"/>
                  <a:pt x="380731" y="442989"/>
                </a:cubicBezTo>
                <a:cubicBezTo>
                  <a:pt x="378759" y="445713"/>
                  <a:pt x="375895" y="447074"/>
                  <a:pt x="372139" y="447074"/>
                </a:cubicBezTo>
                <a:cubicBezTo>
                  <a:pt x="368571" y="447074"/>
                  <a:pt x="364814" y="445947"/>
                  <a:pt x="360870" y="443694"/>
                </a:cubicBezTo>
                <a:lnTo>
                  <a:pt x="234382" y="377210"/>
                </a:lnTo>
                <a:lnTo>
                  <a:pt x="107894" y="443694"/>
                </a:lnTo>
                <a:cubicBezTo>
                  <a:pt x="103763" y="445947"/>
                  <a:pt x="100006" y="447074"/>
                  <a:pt x="96626" y="447074"/>
                </a:cubicBezTo>
                <a:cubicBezTo>
                  <a:pt x="92682" y="447074"/>
                  <a:pt x="89724" y="445713"/>
                  <a:pt x="87752" y="442989"/>
                </a:cubicBezTo>
                <a:cubicBezTo>
                  <a:pt x="85780" y="440266"/>
                  <a:pt x="84794" y="436933"/>
                  <a:pt x="84794" y="432989"/>
                </a:cubicBezTo>
                <a:cubicBezTo>
                  <a:pt x="84794" y="431862"/>
                  <a:pt x="84982" y="429984"/>
                  <a:pt x="85358" y="427354"/>
                </a:cubicBezTo>
                <a:lnTo>
                  <a:pt x="109585" y="286499"/>
                </a:lnTo>
                <a:lnTo>
                  <a:pt x="7043" y="186774"/>
                </a:lnTo>
                <a:cubicBezTo>
                  <a:pt x="2347" y="181703"/>
                  <a:pt x="0" y="177196"/>
                  <a:pt x="0" y="173252"/>
                </a:cubicBezTo>
                <a:cubicBezTo>
                  <a:pt x="0" y="166303"/>
                  <a:pt x="5258" y="161983"/>
                  <a:pt x="15775" y="160293"/>
                </a:cubicBezTo>
                <a:lnTo>
                  <a:pt x="157194" y="139728"/>
                </a:lnTo>
                <a:lnTo>
                  <a:pt x="220579" y="11550"/>
                </a:lnTo>
                <a:cubicBezTo>
                  <a:pt x="224147" y="3850"/>
                  <a:pt x="228748" y="0"/>
                  <a:pt x="23438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ill Sans MT"/>
              <a:ea typeface="+mn-ea"/>
              <a:cs typeface="+mn-cs"/>
            </a:endParaRPr>
          </a:p>
        </p:txBody>
      </p:sp>
      <p:sp>
        <p:nvSpPr>
          <p:cNvPr id="11" name="Shape 2350">
            <a:extLst>
              <a:ext uri="{FF2B5EF4-FFF2-40B4-BE49-F238E27FC236}">
                <a16:creationId xmlns:a16="http://schemas.microsoft.com/office/drawing/2014/main" id="{1F673F33-D658-7141-2EFA-0FE0818409D7}"/>
              </a:ext>
            </a:extLst>
          </p:cNvPr>
          <p:cNvSpPr/>
          <p:nvPr/>
        </p:nvSpPr>
        <p:spPr>
          <a:xfrm rot="5400000">
            <a:off x="4266452" y="2428197"/>
            <a:ext cx="952435" cy="8957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188" extrusionOk="0">
                <a:moveTo>
                  <a:pt x="0" y="0"/>
                </a:moveTo>
                <a:cubicBezTo>
                  <a:pt x="0" y="12150"/>
                  <a:pt x="0" y="12150"/>
                  <a:pt x="0" y="12150"/>
                </a:cubicBezTo>
                <a:cubicBezTo>
                  <a:pt x="0" y="18000"/>
                  <a:pt x="157" y="21600"/>
                  <a:pt x="430" y="21150"/>
                </a:cubicBezTo>
                <a:cubicBezTo>
                  <a:pt x="21600" y="21150"/>
                  <a:pt x="21600" y="21150"/>
                  <a:pt x="21600" y="21150"/>
                </a:cubicBezTo>
              </a:path>
            </a:pathLst>
          </a:custGeom>
          <a:noFill/>
          <a:ln w="85725" cap="flat">
            <a:solidFill>
              <a:schemeClr val="accent5"/>
            </a:solidFill>
            <a:prstDash val="solid"/>
            <a:miter lim="400000"/>
          </a:ln>
          <a:effectLst/>
        </p:spPr>
        <p:txBody>
          <a:bodyPr wrap="square" lIns="25717" tIns="25717" rIns="25717" bIns="25717" numCol="1" anchor="t">
            <a:no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sz="2400"/>
            </a:pPr>
            <a:endParaRPr kumimoji="0" sz="3200" b="0" i="0" u="none" strike="noStrike" kern="1200" cap="none" spc="0" normalizeH="0" baseline="0" noProof="0">
              <a:ln>
                <a:noFill/>
              </a:ln>
              <a:solidFill>
                <a:srgbClr val="72B432"/>
              </a:solidFill>
              <a:effectLst/>
              <a:uLnTx/>
              <a:uFillTx/>
              <a:latin typeface="Gill Sans MT"/>
              <a:ea typeface="ＭＳ Ｐゴシック" pitchFamily="3" charset="-128"/>
            </a:endParaRPr>
          </a:p>
        </p:txBody>
      </p:sp>
      <p:sp>
        <p:nvSpPr>
          <p:cNvPr id="12" name="Shape 2351">
            <a:extLst>
              <a:ext uri="{FF2B5EF4-FFF2-40B4-BE49-F238E27FC236}">
                <a16:creationId xmlns:a16="http://schemas.microsoft.com/office/drawing/2014/main" id="{07ADD3E1-5FAE-8BB5-5443-2469B1F3890E}"/>
              </a:ext>
            </a:extLst>
          </p:cNvPr>
          <p:cNvSpPr/>
          <p:nvPr/>
        </p:nvSpPr>
        <p:spPr>
          <a:xfrm rot="5400000">
            <a:off x="4795938" y="1776900"/>
            <a:ext cx="400448" cy="408642"/>
          </a:xfrm>
          <a:prstGeom prst="ellipse">
            <a:avLst/>
          </a:prstGeom>
          <a:solidFill>
            <a:schemeClr val="accent5"/>
          </a:solidFill>
          <a:ln w="12700" cap="flat">
            <a:noFill/>
            <a:miter lim="400000"/>
          </a:ln>
          <a:effectLst/>
        </p:spPr>
        <p:txBody>
          <a:bodyPr wrap="square" lIns="25717" tIns="25717" rIns="25717" bIns="25717" numCol="1" anchor="t">
            <a:no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srgbClr val="72B432"/>
              </a:solidFill>
              <a:effectLst/>
              <a:uLnTx/>
              <a:uFillTx/>
              <a:latin typeface="Gill Sans MT"/>
              <a:ea typeface="ＭＳ Ｐゴシック" pitchFamily="3" charset="-128"/>
            </a:endParaRPr>
          </a:p>
        </p:txBody>
      </p:sp>
      <p:sp>
        <p:nvSpPr>
          <p:cNvPr id="13" name="Freeform 282">
            <a:extLst>
              <a:ext uri="{FF2B5EF4-FFF2-40B4-BE49-F238E27FC236}">
                <a16:creationId xmlns:a16="http://schemas.microsoft.com/office/drawing/2014/main" id="{4668B0C5-C278-1861-E8C1-67E9550BB509}"/>
              </a:ext>
            </a:extLst>
          </p:cNvPr>
          <p:cNvSpPr/>
          <p:nvPr/>
        </p:nvSpPr>
        <p:spPr>
          <a:xfrm>
            <a:off x="4855049" y="1853851"/>
            <a:ext cx="282225" cy="245497"/>
          </a:xfrm>
          <a:custGeom>
            <a:avLst/>
            <a:gdLst/>
            <a:ahLst/>
            <a:cxnLst/>
            <a:rect l="l" t="t" r="r" b="b"/>
            <a:pathLst>
              <a:path w="468765" h="447074">
                <a:moveTo>
                  <a:pt x="234382" y="0"/>
                </a:moveTo>
                <a:cubicBezTo>
                  <a:pt x="240017" y="0"/>
                  <a:pt x="244618" y="3850"/>
                  <a:pt x="248186" y="11550"/>
                </a:cubicBezTo>
                <a:lnTo>
                  <a:pt x="311571" y="139728"/>
                </a:lnTo>
                <a:lnTo>
                  <a:pt x="452990" y="160293"/>
                </a:lnTo>
                <a:cubicBezTo>
                  <a:pt x="463507" y="161983"/>
                  <a:pt x="468765" y="166303"/>
                  <a:pt x="468765" y="173252"/>
                </a:cubicBezTo>
                <a:cubicBezTo>
                  <a:pt x="468765" y="177383"/>
                  <a:pt x="466324" y="181891"/>
                  <a:pt x="461441" y="186774"/>
                </a:cubicBezTo>
                <a:lnTo>
                  <a:pt x="359180" y="286499"/>
                </a:lnTo>
                <a:lnTo>
                  <a:pt x="383407" y="427354"/>
                </a:lnTo>
                <a:cubicBezTo>
                  <a:pt x="383595" y="428669"/>
                  <a:pt x="383689" y="430547"/>
                  <a:pt x="383689" y="432989"/>
                </a:cubicBezTo>
                <a:cubicBezTo>
                  <a:pt x="383689" y="436933"/>
                  <a:pt x="382703" y="440266"/>
                  <a:pt x="380731" y="442989"/>
                </a:cubicBezTo>
                <a:cubicBezTo>
                  <a:pt x="378759" y="445713"/>
                  <a:pt x="375895" y="447074"/>
                  <a:pt x="372139" y="447074"/>
                </a:cubicBezTo>
                <a:cubicBezTo>
                  <a:pt x="368571" y="447074"/>
                  <a:pt x="364814" y="445947"/>
                  <a:pt x="360870" y="443694"/>
                </a:cubicBezTo>
                <a:lnTo>
                  <a:pt x="234382" y="377210"/>
                </a:lnTo>
                <a:lnTo>
                  <a:pt x="107894" y="443694"/>
                </a:lnTo>
                <a:cubicBezTo>
                  <a:pt x="103763" y="445947"/>
                  <a:pt x="100006" y="447074"/>
                  <a:pt x="96626" y="447074"/>
                </a:cubicBezTo>
                <a:cubicBezTo>
                  <a:pt x="92682" y="447074"/>
                  <a:pt x="89724" y="445713"/>
                  <a:pt x="87752" y="442989"/>
                </a:cubicBezTo>
                <a:cubicBezTo>
                  <a:pt x="85780" y="440266"/>
                  <a:pt x="84794" y="436933"/>
                  <a:pt x="84794" y="432989"/>
                </a:cubicBezTo>
                <a:cubicBezTo>
                  <a:pt x="84794" y="431862"/>
                  <a:pt x="84982" y="429984"/>
                  <a:pt x="85358" y="427354"/>
                </a:cubicBezTo>
                <a:lnTo>
                  <a:pt x="109585" y="286499"/>
                </a:lnTo>
                <a:lnTo>
                  <a:pt x="7043" y="186774"/>
                </a:lnTo>
                <a:cubicBezTo>
                  <a:pt x="2347" y="181703"/>
                  <a:pt x="0" y="177196"/>
                  <a:pt x="0" y="173252"/>
                </a:cubicBezTo>
                <a:cubicBezTo>
                  <a:pt x="0" y="166303"/>
                  <a:pt x="5258" y="161983"/>
                  <a:pt x="15775" y="160293"/>
                </a:cubicBezTo>
                <a:lnTo>
                  <a:pt x="157194" y="139728"/>
                </a:lnTo>
                <a:lnTo>
                  <a:pt x="220579" y="11550"/>
                </a:lnTo>
                <a:cubicBezTo>
                  <a:pt x="224147" y="3850"/>
                  <a:pt x="228748" y="0"/>
                  <a:pt x="23438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ill Sans MT"/>
              <a:ea typeface="+mn-ea"/>
              <a:cs typeface="+mn-cs"/>
            </a:endParaRPr>
          </a:p>
        </p:txBody>
      </p:sp>
      <p:sp>
        <p:nvSpPr>
          <p:cNvPr id="15" name="Shape 2332"/>
          <p:cNvSpPr/>
          <p:nvPr/>
        </p:nvSpPr>
        <p:spPr>
          <a:xfrm rot="5400000">
            <a:off x="3825977" y="3659678"/>
            <a:ext cx="1926778" cy="18296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cubicBezTo>
                  <a:pt x="0" y="15632"/>
                  <a:pt x="0" y="15632"/>
                  <a:pt x="0" y="15632"/>
                </a:cubicBezTo>
                <a:cubicBezTo>
                  <a:pt x="0" y="19611"/>
                  <a:pt x="135" y="21600"/>
                  <a:pt x="405" y="21600"/>
                </a:cubicBezTo>
                <a:cubicBezTo>
                  <a:pt x="21600" y="21600"/>
                  <a:pt x="21600" y="21600"/>
                  <a:pt x="21600" y="21600"/>
                </a:cubicBezTo>
              </a:path>
            </a:pathLst>
          </a:custGeom>
          <a:noFill/>
          <a:ln w="85725" cap="flat">
            <a:solidFill>
              <a:schemeClr val="accent4"/>
            </a:solidFill>
            <a:prstDash val="solid"/>
            <a:miter lim="400000"/>
          </a:ln>
          <a:effectLst/>
        </p:spPr>
        <p:txBody>
          <a:bodyPr wrap="square" lIns="25717" tIns="25717" rIns="25717" bIns="25717" numCol="1" anchor="t">
            <a:no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sz="2400"/>
            </a:pPr>
            <a:endParaRPr kumimoji="0" sz="3200" b="0" i="0" u="none" strike="noStrike" kern="1200" cap="none" spc="0" normalizeH="0" baseline="0" noProof="0">
              <a:ln>
                <a:noFill/>
              </a:ln>
              <a:solidFill>
                <a:srgbClr val="72B432"/>
              </a:solidFill>
              <a:effectLst/>
              <a:uLnTx/>
              <a:uFillTx/>
              <a:latin typeface="Gill Sans MT"/>
              <a:ea typeface="ＭＳ Ｐゴシック" pitchFamily="3" charset="-128"/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07866CE3-FB70-F3F8-9263-779666597FA1}"/>
              </a:ext>
            </a:extLst>
          </p:cNvPr>
          <p:cNvGrpSpPr/>
          <p:nvPr/>
        </p:nvGrpSpPr>
        <p:grpSpPr>
          <a:xfrm>
            <a:off x="136956" y="1991383"/>
            <a:ext cx="3542879" cy="1195556"/>
            <a:chOff x="1185256" y="867065"/>
            <a:chExt cx="2971728" cy="1078947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7D1307DF-4F39-7DB5-E1E6-2893B0D1B631}"/>
                </a:ext>
              </a:extLst>
            </p:cNvPr>
            <p:cNvSpPr txBox="1"/>
            <p:nvPr/>
          </p:nvSpPr>
          <p:spPr>
            <a:xfrm>
              <a:off x="1325562" y="867065"/>
              <a:ext cx="2831422" cy="305533"/>
            </a:xfrm>
            <a:prstGeom prst="rect">
              <a:avLst/>
            </a:prstGeom>
            <a:noFill/>
          </p:spPr>
          <p:txBody>
            <a:bodyPr wrap="square" lIns="0" rIns="0" rtlCol="0" anchor="ctr">
              <a:sp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600" b="1" dirty="0">
                  <a:solidFill>
                    <a:srgbClr val="71B206"/>
                  </a:solidFill>
                  <a:latin typeface="Gill Sans MT (Headings)"/>
                  <a:ea typeface="Lato ExtraBold" panose="020F0502020204030204" pitchFamily="34" charset="0"/>
                  <a:cs typeface="Lato ExtraBold" panose="020F0502020204030204" pitchFamily="34" charset="0"/>
                </a:rPr>
                <a:t>SUPPLY &amp; DISTRIBUTION</a:t>
              </a:r>
              <a:endPara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71B206"/>
                </a:solidFill>
                <a:effectLst/>
                <a:uLnTx/>
                <a:uFillTx/>
                <a:latin typeface="Gill Sans MT (Headings)"/>
                <a:ea typeface="Lato ExtraBold" panose="020F0502020204030204" pitchFamily="34" charset="0"/>
                <a:cs typeface="Lato ExtraBold" panose="020F0502020204030204" pitchFamily="34" charset="0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64E2D3B6-AE1B-466C-7BB7-1BB15365DC68}"/>
                </a:ext>
              </a:extLst>
            </p:cNvPr>
            <p:cNvSpPr txBox="1"/>
            <p:nvPr/>
          </p:nvSpPr>
          <p:spPr>
            <a:xfrm>
              <a:off x="1185256" y="1196066"/>
              <a:ext cx="2759105" cy="749946"/>
            </a:xfrm>
            <a:prstGeom prst="rect">
              <a:avLst/>
            </a:prstGeom>
            <a:noFill/>
          </p:spPr>
          <p:txBody>
            <a:bodyPr wrap="square" lIns="0" rIns="0" rtlCol="0" anchor="ctr">
              <a:spAutoFit/>
            </a:bodyPr>
            <a:lstStyle/>
            <a:p>
              <a:pPr marL="171450" marR="0" lvl="0" indent="-171450" algn="just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4D4D4F">
                      <a:lumMod val="50000"/>
                    </a:srgbClr>
                  </a:solidFill>
                  <a:effectLst/>
                  <a:uLnTx/>
                  <a:uFillTx/>
                  <a:latin typeface="Gill Sans MT"/>
                  <a:ea typeface="ＭＳ Ｐゴシック" pitchFamily="3" charset="-128"/>
                </a:rPr>
                <a:t>Deals with </a:t>
              </a:r>
              <a:r>
                <a:rPr kumimoji="0" lang="en-US" sz="12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4D4D4F">
                      <a:lumMod val="50000"/>
                    </a:srgbClr>
                  </a:solidFill>
                  <a:effectLst/>
                  <a:uLnTx/>
                  <a:uFillTx/>
                  <a:latin typeface="Gill Sans MT"/>
                  <a:ea typeface="ＭＳ Ｐゴシック" pitchFamily="3" charset="-128"/>
                </a:rPr>
                <a:t>th</a:t>
              </a:r>
              <a:r>
                <a:rPr lang="en-US" sz="1200" dirty="0">
                  <a:solidFill>
                    <a:srgbClr val="4D4D4F">
                      <a:lumMod val="50000"/>
                    </a:srgbClr>
                  </a:solidFill>
                  <a:latin typeface="Gill Sans MT"/>
                </a:rPr>
                <a:t>e supply of shell fuels and/or Lubricants to customers.</a:t>
              </a: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4D4D4F">
                    <a:lumMod val="50000"/>
                  </a:srgbClr>
                </a:solidFill>
                <a:effectLst/>
                <a:uLnTx/>
                <a:uFillTx/>
                <a:latin typeface="Gill Sans MT"/>
                <a:ea typeface="ＭＳ Ｐゴシック" pitchFamily="3" charset="-128"/>
              </a:endParaRPr>
            </a:p>
            <a:p>
              <a:pPr marL="171450" marR="0" lvl="0" indent="-171450" algn="just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4D4D4F">
                      <a:lumMod val="50000"/>
                    </a:srgbClr>
                  </a:solidFill>
                  <a:effectLst/>
                  <a:uLnTx/>
                  <a:uFillTx/>
                  <a:latin typeface="Gill Sans MT"/>
                  <a:ea typeface="ＭＳ Ｐゴシック" pitchFamily="3" charset="-128"/>
                </a:rPr>
                <a:t>Fuel supply, Lube supply,  Aviation, Logistics, Engineering, Depot operations &amp; Product quality</a:t>
              </a: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AFB3D7A7-B242-1092-5580-BEA80B67B97A}"/>
              </a:ext>
            </a:extLst>
          </p:cNvPr>
          <p:cNvGrpSpPr/>
          <p:nvPr/>
        </p:nvGrpSpPr>
        <p:grpSpPr>
          <a:xfrm>
            <a:off x="5405742" y="2461852"/>
            <a:ext cx="3198706" cy="1142725"/>
            <a:chOff x="965686" y="713908"/>
            <a:chExt cx="5407725" cy="2586505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548EDAE0-C94D-4D32-3B1A-CC9AB67DA288}"/>
                </a:ext>
              </a:extLst>
            </p:cNvPr>
            <p:cNvSpPr txBox="1"/>
            <p:nvPr/>
          </p:nvSpPr>
          <p:spPr>
            <a:xfrm>
              <a:off x="965686" y="713908"/>
              <a:ext cx="3585144" cy="766301"/>
            </a:xfrm>
            <a:prstGeom prst="rect">
              <a:avLst/>
            </a:prstGeom>
            <a:noFill/>
          </p:spPr>
          <p:txBody>
            <a:bodyPr wrap="square" lIns="0" rIns="0" rtlCol="0" anchor="ctr">
              <a:sp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600" b="1" dirty="0">
                  <a:solidFill>
                    <a:srgbClr val="71B206"/>
                  </a:solidFill>
                  <a:latin typeface="Gill Sans MT"/>
                  <a:ea typeface="Lato ExtraBold" panose="020F0502020204030204" pitchFamily="34" charset="0"/>
                  <a:cs typeface="Lato ExtraBold" panose="020F0502020204030204" pitchFamily="34" charset="0"/>
                </a:rPr>
                <a:t>MARKETING</a:t>
              </a:r>
              <a:endPara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71B206"/>
                </a:solidFill>
                <a:effectLst/>
                <a:uLnTx/>
                <a:uFillTx/>
                <a:latin typeface="Gill Sans MT"/>
                <a:ea typeface="Lato ExtraBold" panose="020F0502020204030204" pitchFamily="34" charset="0"/>
                <a:cs typeface="Lato ExtraBold" panose="020F0502020204030204" pitchFamily="34" charset="0"/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D228AFAB-BEA9-4955-9A0F-41A280560220}"/>
                </a:ext>
              </a:extLst>
            </p:cNvPr>
            <p:cNvSpPr txBox="1"/>
            <p:nvPr/>
          </p:nvSpPr>
          <p:spPr>
            <a:xfrm>
              <a:off x="1107304" y="1419490"/>
              <a:ext cx="5266107" cy="1880923"/>
            </a:xfrm>
            <a:prstGeom prst="rect">
              <a:avLst/>
            </a:prstGeom>
            <a:noFill/>
          </p:spPr>
          <p:txBody>
            <a:bodyPr wrap="square" lIns="0" rIns="0" rtlCol="0" anchor="ctr">
              <a:spAutoFit/>
            </a:bodyPr>
            <a:lstStyle/>
            <a:p>
              <a:pPr marL="171450" marR="0" lvl="0" indent="-171450" algn="just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lang="en-US" sz="1200" dirty="0">
                  <a:solidFill>
                    <a:srgbClr val="4D4D4F">
                      <a:lumMod val="50000"/>
                    </a:srgbClr>
                  </a:solidFill>
                  <a:latin typeface="Gill Sans MT"/>
                </a:rPr>
                <a:t>Support the sale of Shell fuels and lubricants by projecting the Shell brand/products to consumers.</a:t>
              </a:r>
            </a:p>
            <a:p>
              <a:pPr marR="0" lvl="0" algn="just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tabLst/>
                <a:defRPr/>
              </a:pP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4D4D4F">
                    <a:lumMod val="50000"/>
                  </a:srgbClr>
                </a:solidFill>
                <a:effectLst/>
                <a:uLnTx/>
                <a:uFillTx/>
                <a:latin typeface="Gill Sans MT"/>
                <a:ea typeface="ＭＳ Ｐゴシック" pitchFamily="3" charset="-128"/>
              </a:endParaRPr>
            </a:p>
          </p:txBody>
        </p:sp>
      </p:grpSp>
      <p:sp>
        <p:nvSpPr>
          <p:cNvPr id="26" name="TextBox 25">
            <a:extLst>
              <a:ext uri="{FF2B5EF4-FFF2-40B4-BE49-F238E27FC236}">
                <a16:creationId xmlns:a16="http://schemas.microsoft.com/office/drawing/2014/main" id="{10493B11-6316-6D19-5C88-D467C3A68BE9}"/>
              </a:ext>
            </a:extLst>
          </p:cNvPr>
          <p:cNvSpPr txBox="1"/>
          <p:nvPr/>
        </p:nvSpPr>
        <p:spPr>
          <a:xfrm rot="10800000" flipV="1">
            <a:off x="5489510" y="3765743"/>
            <a:ext cx="2036869" cy="338554"/>
          </a:xfrm>
          <a:prstGeom prst="rect">
            <a:avLst/>
          </a:prstGeom>
          <a:noFill/>
        </p:spPr>
        <p:txBody>
          <a:bodyPr wrap="square" lIns="0" rIns="0" rtlCol="0" anchor="ctr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600" b="1" dirty="0">
                <a:solidFill>
                  <a:srgbClr val="71B206"/>
                </a:solidFill>
                <a:latin typeface="Gill Sans MT"/>
                <a:ea typeface="Lato ExtraBold" panose="020F0502020204030204" pitchFamily="34" charset="0"/>
                <a:cs typeface="Lato ExtraBold" panose="020F0502020204030204" pitchFamily="34" charset="0"/>
              </a:rPr>
              <a:t>HSSE</a:t>
            </a:r>
            <a:endParaRPr kumimoji="0" lang="en-US" sz="1600" b="1" i="0" u="none" strike="noStrike" kern="1200" cap="none" spc="0" normalizeH="0" baseline="0" noProof="0" dirty="0">
              <a:ln>
                <a:noFill/>
              </a:ln>
              <a:solidFill>
                <a:srgbClr val="71B206"/>
              </a:solidFill>
              <a:effectLst/>
              <a:uLnTx/>
              <a:uFillTx/>
              <a:latin typeface="Gill Sans MT"/>
              <a:ea typeface="Lato ExtraBold" panose="020F0502020204030204" pitchFamily="34" charset="0"/>
              <a:cs typeface="Lato ExtraBold" panose="020F0502020204030204" pitchFamily="34" charset="0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3C41100B-6FB5-0B36-5D31-31599C514E17}"/>
              </a:ext>
            </a:extLst>
          </p:cNvPr>
          <p:cNvGrpSpPr/>
          <p:nvPr/>
        </p:nvGrpSpPr>
        <p:grpSpPr>
          <a:xfrm>
            <a:off x="5323182" y="199741"/>
            <a:ext cx="2960850" cy="1901583"/>
            <a:chOff x="1443895" y="673334"/>
            <a:chExt cx="3694173" cy="1383257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679EF847-303C-1C64-F1CD-A1D796A38EDA}"/>
                </a:ext>
              </a:extLst>
            </p:cNvPr>
            <p:cNvSpPr txBox="1"/>
            <p:nvPr/>
          </p:nvSpPr>
          <p:spPr>
            <a:xfrm>
              <a:off x="1854300" y="673334"/>
              <a:ext cx="2874961" cy="783594"/>
            </a:xfrm>
            <a:prstGeom prst="rect">
              <a:avLst/>
            </a:prstGeom>
            <a:noFill/>
          </p:spPr>
          <p:txBody>
            <a:bodyPr wrap="square" lIns="0" rIns="0" rtlCol="0" anchor="ctr">
              <a:sp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lang="en-US" sz="1600" b="1" dirty="0">
                <a:solidFill>
                  <a:srgbClr val="71B206"/>
                </a:solidFill>
                <a:latin typeface="Gill Sans MT"/>
                <a:ea typeface="Lato ExtraBold" panose="020F0502020204030204" pitchFamily="34" charset="0"/>
                <a:cs typeface="Lato ExtraBold" panose="020F0502020204030204" pitchFamily="34" charset="0"/>
              </a:endParaRPr>
            </a:p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lang="en-US" sz="1600" b="1" dirty="0">
                <a:solidFill>
                  <a:srgbClr val="71B206"/>
                </a:solidFill>
                <a:latin typeface="Gill Sans MT"/>
                <a:ea typeface="Lato ExtraBold" panose="020F0502020204030204" pitchFamily="34" charset="0"/>
                <a:cs typeface="Lato ExtraBold" panose="020F0502020204030204" pitchFamily="34" charset="0"/>
              </a:endParaRPr>
            </a:p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lang="en-US" sz="1600" b="1" dirty="0">
                <a:solidFill>
                  <a:srgbClr val="71B206"/>
                </a:solidFill>
                <a:latin typeface="Gill Sans MT"/>
                <a:ea typeface="Lato ExtraBold" panose="020F0502020204030204" pitchFamily="34" charset="0"/>
                <a:cs typeface="Lato ExtraBold" panose="020F0502020204030204" pitchFamily="34" charset="0"/>
              </a:endParaRPr>
            </a:p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600" b="1" dirty="0">
                  <a:solidFill>
                    <a:srgbClr val="71B206"/>
                  </a:solidFill>
                  <a:latin typeface="Gill Sans MT"/>
                  <a:ea typeface="Lato ExtraBold" panose="020F0502020204030204" pitchFamily="34" charset="0"/>
                  <a:cs typeface="Lato ExtraBold" panose="020F0502020204030204" pitchFamily="34" charset="0"/>
                </a:rPr>
                <a:t>CONVENIENT RETAIL</a:t>
              </a:r>
              <a:endPara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71B206"/>
                </a:solidFill>
                <a:effectLst/>
                <a:uLnTx/>
                <a:uFillTx/>
                <a:latin typeface="Gill Sans MT"/>
                <a:ea typeface="Lato ExtraBold" panose="020F0502020204030204" pitchFamily="34" charset="0"/>
                <a:cs typeface="Lato ExtraBold" panose="020F0502020204030204" pitchFamily="34" charset="0"/>
              </a:endParaRP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2529735D-CCAE-8622-50B3-BA7DA0BE57AB}"/>
                </a:ext>
              </a:extLst>
            </p:cNvPr>
            <p:cNvSpPr txBox="1"/>
            <p:nvPr/>
          </p:nvSpPr>
          <p:spPr>
            <a:xfrm>
              <a:off x="1443895" y="1452104"/>
              <a:ext cx="3694173" cy="604487"/>
            </a:xfrm>
            <a:prstGeom prst="rect">
              <a:avLst/>
            </a:prstGeom>
            <a:noFill/>
          </p:spPr>
          <p:txBody>
            <a:bodyPr wrap="square" lIns="0" rIns="0" rtlCol="0" anchor="ctr">
              <a:spAutoFit/>
            </a:bodyPr>
            <a:lstStyle/>
            <a:p>
              <a:pPr marL="171450" marR="0" lvl="0" indent="-171450" algn="just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4D4D4F">
                      <a:lumMod val="50000"/>
                    </a:srgbClr>
                  </a:solidFill>
                  <a:effectLst/>
                  <a:uLnTx/>
                  <a:uFillTx/>
                  <a:latin typeface="Gill Sans MT"/>
                  <a:ea typeface="ＭＳ Ｐゴシック" pitchFamily="3" charset="-128"/>
                </a:rPr>
                <a:t>Deals with all Non-fu</a:t>
              </a:r>
              <a:r>
                <a:rPr lang="en-US" sz="1200" dirty="0">
                  <a:solidFill>
                    <a:srgbClr val="4D4D4F">
                      <a:lumMod val="50000"/>
                    </a:srgbClr>
                  </a:solidFill>
                  <a:latin typeface="Gill Sans MT"/>
                </a:rPr>
                <a:t>el retail  at Shell filling stations.</a:t>
              </a:r>
            </a:p>
            <a:p>
              <a:pPr marL="171450" marR="0" lvl="0" indent="-171450" algn="just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4D4D4F">
                      <a:lumMod val="50000"/>
                    </a:srgbClr>
                  </a:solidFill>
                  <a:effectLst/>
                  <a:uLnTx/>
                  <a:uFillTx/>
                  <a:latin typeface="Gill Sans MT"/>
                  <a:ea typeface="ＭＳ Ｐゴシック" pitchFamily="3" charset="-128"/>
                </a:rPr>
                <a:t>Shell shops, Lube bay, ATM, Pharmacy, Food services, Laundry, Car wash, etc.  </a:t>
              </a:r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39B1A5AB-38AA-A182-B661-224F9D42A21E}"/>
              </a:ext>
            </a:extLst>
          </p:cNvPr>
          <p:cNvGrpSpPr/>
          <p:nvPr/>
        </p:nvGrpSpPr>
        <p:grpSpPr>
          <a:xfrm>
            <a:off x="228600" y="3390190"/>
            <a:ext cx="3421052" cy="1500252"/>
            <a:chOff x="1325788" y="739409"/>
            <a:chExt cx="2916992" cy="1169770"/>
          </a:xfrm>
        </p:grpSpPr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93593844-25A1-A156-4FDD-31559286EA28}"/>
                </a:ext>
              </a:extLst>
            </p:cNvPr>
            <p:cNvSpPr txBox="1"/>
            <p:nvPr/>
          </p:nvSpPr>
          <p:spPr>
            <a:xfrm>
              <a:off x="1325788" y="739409"/>
              <a:ext cx="2747786" cy="263976"/>
            </a:xfrm>
            <a:prstGeom prst="rect">
              <a:avLst/>
            </a:prstGeom>
            <a:noFill/>
          </p:spPr>
          <p:txBody>
            <a:bodyPr wrap="square" lIns="0" rIns="0" rtlCol="0" anchor="ctr">
              <a:sp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7CBE30"/>
                  </a:solidFill>
                  <a:effectLst/>
                  <a:uLnTx/>
                  <a:uFillTx/>
                  <a:latin typeface="Gill Sans MT"/>
                  <a:ea typeface="Lato ExtraBold" panose="020F0502020204030204" pitchFamily="34" charset="0"/>
                  <a:cs typeface="Lato ExtraBold" panose="020F0502020204030204" pitchFamily="34" charset="0"/>
                </a:rPr>
                <a:t>COMMERCIAL/B2B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B879F1A0-C4D0-F3F2-C39C-D5B7A429924E}"/>
                </a:ext>
              </a:extLst>
            </p:cNvPr>
            <p:cNvSpPr txBox="1"/>
            <p:nvPr/>
          </p:nvSpPr>
          <p:spPr>
            <a:xfrm>
              <a:off x="1390273" y="973263"/>
              <a:ext cx="2852507" cy="935916"/>
            </a:xfrm>
            <a:prstGeom prst="rect">
              <a:avLst/>
            </a:prstGeom>
            <a:noFill/>
          </p:spPr>
          <p:txBody>
            <a:bodyPr wrap="square" lIns="0" rIns="0" rtlCol="0" anchor="ctr">
              <a:spAutoFit/>
            </a:bodyPr>
            <a:lstStyle/>
            <a:p>
              <a:pPr marL="171450" marR="0" lvl="0" indent="-171450" algn="just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lang="en-US" sz="1200" dirty="0">
                  <a:solidFill>
                    <a:srgbClr val="4D4D4F">
                      <a:lumMod val="50000"/>
                    </a:srgbClr>
                  </a:solidFill>
                  <a:latin typeface="Gill Sans MT"/>
                </a:rPr>
                <a:t>Deals with the sale of bulk fuel and/or lubricants to other business groups like Mining, Aviation, Manufacturing, Transport/Power, Construction Industries, etc.</a:t>
              </a:r>
            </a:p>
            <a:p>
              <a:pPr marL="171450" marR="0" lvl="0" indent="-171450" algn="just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4D4D4F">
                      <a:lumMod val="50000"/>
                    </a:srgbClr>
                  </a:solidFill>
                  <a:effectLst/>
                  <a:uLnTx/>
                  <a:uFillTx/>
                  <a:latin typeface="Gill Sans MT"/>
                  <a:ea typeface="ＭＳ Ｐゴシック" pitchFamily="3" charset="-128"/>
                </a:rPr>
                <a:t>Shell card.</a:t>
              </a:r>
            </a:p>
            <a:p>
              <a:pPr marL="171450" marR="0" lvl="0" indent="-171450" algn="just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4D4D4F">
                    <a:lumMod val="50000"/>
                  </a:srgbClr>
                </a:solidFill>
                <a:effectLst/>
                <a:uLnTx/>
                <a:uFillTx/>
                <a:latin typeface="Gill Sans MT"/>
                <a:ea typeface="ＭＳ Ｐゴシック" pitchFamily="3" charset="-128"/>
              </a:endParaRPr>
            </a:p>
          </p:txBody>
        </p:sp>
      </p:grpSp>
      <p:sp>
        <p:nvSpPr>
          <p:cNvPr id="46" name="TextBox 45">
            <a:extLst>
              <a:ext uri="{FF2B5EF4-FFF2-40B4-BE49-F238E27FC236}">
                <a16:creationId xmlns:a16="http://schemas.microsoft.com/office/drawing/2014/main" id="{12247BF2-40DC-4B35-92D3-FFD260EB0889}"/>
              </a:ext>
            </a:extLst>
          </p:cNvPr>
          <p:cNvSpPr txBox="1"/>
          <p:nvPr/>
        </p:nvSpPr>
        <p:spPr>
          <a:xfrm rot="10800000" flipV="1">
            <a:off x="5342082" y="4125717"/>
            <a:ext cx="349768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marR="0" lvl="0" indent="-17145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200" dirty="0" err="1">
                <a:solidFill>
                  <a:srgbClr val="4D4D4F">
                    <a:lumMod val="50000"/>
                  </a:srgbClr>
                </a:solidFill>
                <a:latin typeface="Gill Sans MT"/>
              </a:rPr>
              <a:t>En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4D4D4F">
                    <a:lumMod val="50000"/>
                  </a:srgbClr>
                </a:solidFill>
                <a:effectLst/>
                <a:uLnTx/>
                <a:uFillTx/>
                <a:latin typeface="Gill Sans MT"/>
                <a:ea typeface="ＭＳ Ｐゴシック" pitchFamily="3" charset="-128"/>
              </a:rPr>
              <a:t>sures that all activities of VEGH are done in a safely and environmentally friendly manner or procedure. </a:t>
            </a:r>
          </a:p>
        </p:txBody>
      </p:sp>
    </p:spTree>
    <p:extLst>
      <p:ext uri="{BB962C8B-B14F-4D97-AF65-F5344CB8AC3E}">
        <p14:creationId xmlns:p14="http://schemas.microsoft.com/office/powerpoint/2010/main" val="24095663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C0B9FC0-4D01-87C9-8908-782B027BA8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HOW VEGH OPERATES</a:t>
            </a:r>
            <a:endParaRPr lang="en-GB" dirty="0"/>
          </a:p>
        </p:txBody>
      </p:sp>
      <p:sp>
        <p:nvSpPr>
          <p:cNvPr id="32" name="Shape 2315"/>
          <p:cNvSpPr/>
          <p:nvPr/>
        </p:nvSpPr>
        <p:spPr>
          <a:xfrm rot="5400000">
            <a:off x="2819997" y="3005709"/>
            <a:ext cx="3175471" cy="24574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410" extrusionOk="0">
                <a:moveTo>
                  <a:pt x="0" y="21410"/>
                </a:moveTo>
                <a:cubicBezTo>
                  <a:pt x="0" y="4172"/>
                  <a:pt x="0" y="4172"/>
                  <a:pt x="0" y="4172"/>
                </a:cubicBezTo>
                <a:cubicBezTo>
                  <a:pt x="16" y="1472"/>
                  <a:pt x="143" y="-190"/>
                  <a:pt x="414" y="18"/>
                </a:cubicBezTo>
                <a:cubicBezTo>
                  <a:pt x="21600" y="18"/>
                  <a:pt x="21600" y="18"/>
                  <a:pt x="21600" y="18"/>
                </a:cubicBezTo>
              </a:path>
            </a:pathLst>
          </a:custGeom>
          <a:noFill/>
          <a:ln w="85725" cap="flat">
            <a:solidFill>
              <a:schemeClr val="accent2"/>
            </a:solidFill>
            <a:prstDash val="solid"/>
            <a:miter lim="400000"/>
          </a:ln>
          <a:effectLst/>
        </p:spPr>
        <p:txBody>
          <a:bodyPr wrap="square" lIns="25717" tIns="25717" rIns="25717" bIns="25717" numCol="1" anchor="t">
            <a:no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sz="2400"/>
            </a:pPr>
            <a:endParaRPr kumimoji="0" sz="3200" b="0" i="0" u="none" strike="noStrike" kern="1200" cap="none" spc="0" normalizeH="0" baseline="0" noProof="0">
              <a:ln>
                <a:noFill/>
              </a:ln>
              <a:solidFill>
                <a:srgbClr val="72B432"/>
              </a:solidFill>
              <a:effectLst/>
              <a:uLnTx/>
              <a:uFillTx/>
              <a:latin typeface="Gill Sans MT"/>
              <a:ea typeface="ＭＳ Ｐゴシック" pitchFamily="3" charset="-128"/>
            </a:endParaRPr>
          </a:p>
        </p:txBody>
      </p:sp>
      <p:sp>
        <p:nvSpPr>
          <p:cNvPr id="33" name="Shape 2316"/>
          <p:cNvSpPr/>
          <p:nvPr/>
        </p:nvSpPr>
        <p:spPr>
          <a:xfrm rot="5400000">
            <a:off x="3824967" y="1273266"/>
            <a:ext cx="517627" cy="512489"/>
          </a:xfrm>
          <a:prstGeom prst="ellipse">
            <a:avLst/>
          </a:prstGeom>
          <a:solidFill>
            <a:schemeClr val="accent2"/>
          </a:solidFill>
          <a:ln w="12700" cap="flat">
            <a:noFill/>
            <a:miter lim="400000"/>
          </a:ln>
          <a:effectLst/>
        </p:spPr>
        <p:txBody>
          <a:bodyPr wrap="square" lIns="25717" tIns="25717" rIns="25717" bIns="25717" numCol="1" anchor="t">
            <a:no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srgbClr val="72B432"/>
              </a:solidFill>
              <a:effectLst/>
              <a:uLnTx/>
              <a:uFillTx/>
              <a:latin typeface="Gill Sans MT"/>
              <a:ea typeface="ＭＳ Ｐゴシック" pitchFamily="3" charset="-128"/>
            </a:endParaRPr>
          </a:p>
        </p:txBody>
      </p:sp>
      <p:sp>
        <p:nvSpPr>
          <p:cNvPr id="44" name="Shape 2327"/>
          <p:cNvSpPr/>
          <p:nvPr/>
        </p:nvSpPr>
        <p:spPr>
          <a:xfrm rot="5400000">
            <a:off x="3291671" y="3567948"/>
            <a:ext cx="2117803" cy="17894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340" extrusionOk="0">
                <a:moveTo>
                  <a:pt x="0" y="21340"/>
                </a:moveTo>
                <a:cubicBezTo>
                  <a:pt x="0" y="5708"/>
                  <a:pt x="0" y="5708"/>
                  <a:pt x="0" y="5708"/>
                </a:cubicBezTo>
                <a:cubicBezTo>
                  <a:pt x="0" y="2014"/>
                  <a:pt x="135" y="-260"/>
                  <a:pt x="405" y="24"/>
                </a:cubicBezTo>
                <a:cubicBezTo>
                  <a:pt x="21600" y="24"/>
                  <a:pt x="21600" y="24"/>
                  <a:pt x="21600" y="24"/>
                </a:cubicBezTo>
              </a:path>
            </a:pathLst>
          </a:custGeom>
          <a:noFill/>
          <a:ln w="85725" cap="flat">
            <a:solidFill>
              <a:schemeClr val="accent1"/>
            </a:solidFill>
            <a:prstDash val="solid"/>
            <a:miter lim="400000"/>
          </a:ln>
          <a:effectLst/>
        </p:spPr>
        <p:txBody>
          <a:bodyPr wrap="square" lIns="25717" tIns="25717" rIns="25717" bIns="25717" numCol="1" anchor="t">
            <a:no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sz="2400"/>
            </a:pPr>
            <a:endParaRPr kumimoji="0" sz="3200" b="0" i="0" u="none" strike="noStrike" kern="1200" cap="none" spc="0" normalizeH="0" baseline="0" noProof="0">
              <a:ln>
                <a:noFill/>
              </a:ln>
              <a:solidFill>
                <a:srgbClr val="72B432"/>
              </a:solidFill>
              <a:effectLst/>
              <a:uLnTx/>
              <a:uFillTx/>
              <a:latin typeface="Gill Sans MT"/>
              <a:ea typeface="ＭＳ Ｐゴシック" pitchFamily="3" charset="-128"/>
            </a:endParaRPr>
          </a:p>
        </p:txBody>
      </p:sp>
      <p:sp>
        <p:nvSpPr>
          <p:cNvPr id="45" name="Shape 2328"/>
          <p:cNvSpPr/>
          <p:nvPr/>
        </p:nvSpPr>
        <p:spPr>
          <a:xfrm rot="5400000">
            <a:off x="3735962" y="2372769"/>
            <a:ext cx="546573" cy="512488"/>
          </a:xfrm>
          <a:prstGeom prst="ellipse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</p:spPr>
        <p:txBody>
          <a:bodyPr wrap="square" lIns="25717" tIns="25717" rIns="25717" bIns="25717" numCol="1" anchor="t">
            <a:no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srgbClr val="72B432"/>
              </a:solidFill>
              <a:effectLst/>
              <a:uLnTx/>
              <a:uFillTx/>
              <a:latin typeface="Gill Sans MT"/>
              <a:ea typeface="ＭＳ Ｐゴシック" pitchFamily="3" charset="-128"/>
            </a:endParaRPr>
          </a:p>
        </p:txBody>
      </p:sp>
      <p:sp>
        <p:nvSpPr>
          <p:cNvPr id="58" name="Shape 2333"/>
          <p:cNvSpPr/>
          <p:nvPr/>
        </p:nvSpPr>
        <p:spPr>
          <a:xfrm rot="5400000">
            <a:off x="4902540" y="2568483"/>
            <a:ext cx="429086" cy="449999"/>
          </a:xfrm>
          <a:prstGeom prst="ellipse">
            <a:avLst/>
          </a:prstGeom>
          <a:solidFill>
            <a:schemeClr val="accent4"/>
          </a:solidFill>
          <a:ln w="12700" cap="flat">
            <a:noFill/>
            <a:miter lim="400000"/>
          </a:ln>
          <a:effectLst/>
        </p:spPr>
        <p:txBody>
          <a:bodyPr wrap="square" lIns="25717" tIns="25717" rIns="25717" bIns="25717" numCol="1" anchor="t">
            <a:no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srgbClr val="72B432"/>
              </a:solidFill>
              <a:effectLst/>
              <a:uLnTx/>
              <a:uFillTx/>
              <a:latin typeface="Gill Sans MT"/>
              <a:ea typeface="ＭＳ Ｐゴシック" pitchFamily="3" charset="-128"/>
            </a:endParaRPr>
          </a:p>
        </p:txBody>
      </p:sp>
      <p:sp>
        <p:nvSpPr>
          <p:cNvPr id="62" name="Shape 2345"/>
          <p:cNvSpPr/>
          <p:nvPr/>
        </p:nvSpPr>
        <p:spPr>
          <a:xfrm rot="5400000">
            <a:off x="3787022" y="4156048"/>
            <a:ext cx="1008453" cy="11208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cubicBezTo>
                  <a:pt x="0" y="9651"/>
                  <a:pt x="0" y="9651"/>
                  <a:pt x="0" y="9651"/>
                </a:cubicBezTo>
                <a:cubicBezTo>
                  <a:pt x="0" y="3217"/>
                  <a:pt x="157" y="0"/>
                  <a:pt x="430" y="0"/>
                </a:cubicBezTo>
                <a:cubicBezTo>
                  <a:pt x="21600" y="0"/>
                  <a:pt x="21600" y="0"/>
                  <a:pt x="21600" y="0"/>
                </a:cubicBezTo>
              </a:path>
            </a:pathLst>
          </a:custGeom>
          <a:noFill/>
          <a:ln w="85725" cap="flat">
            <a:solidFill>
              <a:schemeClr val="tx2"/>
            </a:solidFill>
            <a:prstDash val="solid"/>
            <a:miter lim="400000"/>
          </a:ln>
          <a:effectLst/>
        </p:spPr>
        <p:txBody>
          <a:bodyPr wrap="square" lIns="25717" tIns="25717" rIns="25717" bIns="25717" numCol="1" anchor="t">
            <a:no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sz="2400"/>
            </a:pPr>
            <a:endParaRPr kumimoji="0" sz="3200" b="0" i="0" u="none" strike="noStrike" kern="1200" cap="none" spc="0" normalizeH="0" baseline="0" noProof="0">
              <a:ln>
                <a:noFill/>
              </a:ln>
              <a:solidFill>
                <a:srgbClr val="72B432"/>
              </a:solidFill>
              <a:effectLst/>
              <a:uLnTx/>
              <a:uFillTx/>
              <a:latin typeface="Gill Sans MT"/>
              <a:ea typeface="ＭＳ Ｐゴシック" pitchFamily="3" charset="-128"/>
            </a:endParaRPr>
          </a:p>
        </p:txBody>
      </p:sp>
      <p:sp>
        <p:nvSpPr>
          <p:cNvPr id="69" name="Shape 2346"/>
          <p:cNvSpPr/>
          <p:nvPr/>
        </p:nvSpPr>
        <p:spPr>
          <a:xfrm rot="5400000">
            <a:off x="3756098" y="3470045"/>
            <a:ext cx="461664" cy="512486"/>
          </a:xfrm>
          <a:prstGeom prst="ellipse">
            <a:avLst/>
          </a:prstGeom>
          <a:solidFill>
            <a:srgbClr val="27AAE1"/>
          </a:solidFill>
          <a:ln w="12700" cap="flat">
            <a:noFill/>
            <a:miter lim="400000"/>
          </a:ln>
          <a:effectLst/>
        </p:spPr>
        <p:txBody>
          <a:bodyPr wrap="square" lIns="25717" tIns="25717" rIns="25717" bIns="25717" numCol="1" anchor="t">
            <a:no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srgbClr val="72B432"/>
              </a:solidFill>
              <a:effectLst/>
              <a:uLnTx/>
              <a:uFillTx/>
              <a:latin typeface="Gill Sans MT"/>
              <a:ea typeface="ＭＳ Ｐゴシック" pitchFamily="3" charset="-128"/>
            </a:endParaRPr>
          </a:p>
        </p:txBody>
      </p:sp>
      <p:sp>
        <p:nvSpPr>
          <p:cNvPr id="75" name="Shape 2350"/>
          <p:cNvSpPr/>
          <p:nvPr/>
        </p:nvSpPr>
        <p:spPr>
          <a:xfrm rot="5400000">
            <a:off x="4342937" y="4156025"/>
            <a:ext cx="1008454" cy="11213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188" extrusionOk="0">
                <a:moveTo>
                  <a:pt x="0" y="0"/>
                </a:moveTo>
                <a:cubicBezTo>
                  <a:pt x="0" y="12150"/>
                  <a:pt x="0" y="12150"/>
                  <a:pt x="0" y="12150"/>
                </a:cubicBezTo>
                <a:cubicBezTo>
                  <a:pt x="0" y="18000"/>
                  <a:pt x="157" y="21600"/>
                  <a:pt x="430" y="21150"/>
                </a:cubicBezTo>
                <a:cubicBezTo>
                  <a:pt x="21600" y="21150"/>
                  <a:pt x="21600" y="21150"/>
                  <a:pt x="21600" y="21150"/>
                </a:cubicBezTo>
              </a:path>
            </a:pathLst>
          </a:custGeom>
          <a:noFill/>
          <a:ln w="85725" cap="flat">
            <a:solidFill>
              <a:schemeClr val="accent5"/>
            </a:solidFill>
            <a:prstDash val="solid"/>
            <a:miter lim="400000"/>
          </a:ln>
          <a:effectLst/>
        </p:spPr>
        <p:txBody>
          <a:bodyPr wrap="square" lIns="25717" tIns="25717" rIns="25717" bIns="25717" numCol="1" anchor="t">
            <a:no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sz="2400"/>
            </a:pPr>
            <a:endParaRPr kumimoji="0" sz="3200" b="0" i="0" u="none" strike="noStrike" kern="1200" cap="none" spc="0" normalizeH="0" baseline="0" noProof="0">
              <a:ln>
                <a:noFill/>
              </a:ln>
              <a:solidFill>
                <a:srgbClr val="72B432"/>
              </a:solidFill>
              <a:effectLst/>
              <a:uLnTx/>
              <a:uFillTx/>
              <a:latin typeface="Gill Sans MT"/>
              <a:ea typeface="ＭＳ Ｐゴシック" pitchFamily="3" charset="-128"/>
            </a:endParaRPr>
          </a:p>
        </p:txBody>
      </p:sp>
      <p:sp>
        <p:nvSpPr>
          <p:cNvPr id="76" name="Shape 2351"/>
          <p:cNvSpPr/>
          <p:nvPr/>
        </p:nvSpPr>
        <p:spPr>
          <a:xfrm rot="5400000">
            <a:off x="4891154" y="3413108"/>
            <a:ext cx="490306" cy="475056"/>
          </a:xfrm>
          <a:prstGeom prst="ellipse">
            <a:avLst/>
          </a:prstGeom>
          <a:solidFill>
            <a:schemeClr val="accent5"/>
          </a:solidFill>
          <a:ln w="12700" cap="flat">
            <a:noFill/>
            <a:miter lim="400000"/>
          </a:ln>
          <a:effectLst/>
        </p:spPr>
        <p:txBody>
          <a:bodyPr wrap="square" lIns="25717" tIns="25717" rIns="25717" bIns="25717" numCol="1" anchor="t">
            <a:no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srgbClr val="72B432"/>
              </a:solidFill>
              <a:effectLst/>
              <a:uLnTx/>
              <a:uFillTx/>
              <a:latin typeface="Gill Sans MT"/>
              <a:ea typeface="ＭＳ Ｐゴシック" pitchFamily="3" charset="-128"/>
            </a:endParaRPr>
          </a:p>
        </p:txBody>
      </p:sp>
      <p:sp>
        <p:nvSpPr>
          <p:cNvPr id="83" name="Freeform 282"/>
          <p:cNvSpPr/>
          <p:nvPr/>
        </p:nvSpPr>
        <p:spPr>
          <a:xfrm>
            <a:off x="3935521" y="1357012"/>
            <a:ext cx="313171" cy="298527"/>
          </a:xfrm>
          <a:custGeom>
            <a:avLst/>
            <a:gdLst/>
            <a:ahLst/>
            <a:cxnLst/>
            <a:rect l="l" t="t" r="r" b="b"/>
            <a:pathLst>
              <a:path w="468765" h="447074">
                <a:moveTo>
                  <a:pt x="234382" y="0"/>
                </a:moveTo>
                <a:cubicBezTo>
                  <a:pt x="240017" y="0"/>
                  <a:pt x="244618" y="3850"/>
                  <a:pt x="248186" y="11550"/>
                </a:cubicBezTo>
                <a:lnTo>
                  <a:pt x="311571" y="139728"/>
                </a:lnTo>
                <a:lnTo>
                  <a:pt x="452990" y="160293"/>
                </a:lnTo>
                <a:cubicBezTo>
                  <a:pt x="463507" y="161983"/>
                  <a:pt x="468765" y="166303"/>
                  <a:pt x="468765" y="173252"/>
                </a:cubicBezTo>
                <a:cubicBezTo>
                  <a:pt x="468765" y="177383"/>
                  <a:pt x="466324" y="181891"/>
                  <a:pt x="461441" y="186774"/>
                </a:cubicBezTo>
                <a:lnTo>
                  <a:pt x="359180" y="286499"/>
                </a:lnTo>
                <a:lnTo>
                  <a:pt x="383407" y="427354"/>
                </a:lnTo>
                <a:cubicBezTo>
                  <a:pt x="383595" y="428669"/>
                  <a:pt x="383689" y="430547"/>
                  <a:pt x="383689" y="432989"/>
                </a:cubicBezTo>
                <a:cubicBezTo>
                  <a:pt x="383689" y="436933"/>
                  <a:pt x="382703" y="440266"/>
                  <a:pt x="380731" y="442989"/>
                </a:cubicBezTo>
                <a:cubicBezTo>
                  <a:pt x="378759" y="445713"/>
                  <a:pt x="375895" y="447074"/>
                  <a:pt x="372139" y="447074"/>
                </a:cubicBezTo>
                <a:cubicBezTo>
                  <a:pt x="368571" y="447074"/>
                  <a:pt x="364814" y="445947"/>
                  <a:pt x="360870" y="443694"/>
                </a:cubicBezTo>
                <a:lnTo>
                  <a:pt x="234382" y="377210"/>
                </a:lnTo>
                <a:lnTo>
                  <a:pt x="107894" y="443694"/>
                </a:lnTo>
                <a:cubicBezTo>
                  <a:pt x="103763" y="445947"/>
                  <a:pt x="100006" y="447074"/>
                  <a:pt x="96626" y="447074"/>
                </a:cubicBezTo>
                <a:cubicBezTo>
                  <a:pt x="92682" y="447074"/>
                  <a:pt x="89724" y="445713"/>
                  <a:pt x="87752" y="442989"/>
                </a:cubicBezTo>
                <a:cubicBezTo>
                  <a:pt x="85780" y="440266"/>
                  <a:pt x="84794" y="436933"/>
                  <a:pt x="84794" y="432989"/>
                </a:cubicBezTo>
                <a:cubicBezTo>
                  <a:pt x="84794" y="431862"/>
                  <a:pt x="84982" y="429984"/>
                  <a:pt x="85358" y="427354"/>
                </a:cubicBezTo>
                <a:lnTo>
                  <a:pt x="109585" y="286499"/>
                </a:lnTo>
                <a:lnTo>
                  <a:pt x="7043" y="186774"/>
                </a:lnTo>
                <a:cubicBezTo>
                  <a:pt x="2347" y="181703"/>
                  <a:pt x="0" y="177196"/>
                  <a:pt x="0" y="173252"/>
                </a:cubicBezTo>
                <a:cubicBezTo>
                  <a:pt x="0" y="166303"/>
                  <a:pt x="5258" y="161983"/>
                  <a:pt x="15775" y="160293"/>
                </a:cubicBezTo>
                <a:lnTo>
                  <a:pt x="157194" y="139728"/>
                </a:lnTo>
                <a:lnTo>
                  <a:pt x="220579" y="11550"/>
                </a:lnTo>
                <a:cubicBezTo>
                  <a:pt x="224147" y="3850"/>
                  <a:pt x="228748" y="0"/>
                  <a:pt x="23438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ill Sans MT"/>
              <a:ea typeface="+mn-ea"/>
              <a:cs typeface="+mn-cs"/>
            </a:endParaRPr>
          </a:p>
        </p:txBody>
      </p:sp>
      <p:grpSp>
        <p:nvGrpSpPr>
          <p:cNvPr id="110" name="Group 109"/>
          <p:cNvGrpSpPr/>
          <p:nvPr/>
        </p:nvGrpSpPr>
        <p:grpSpPr>
          <a:xfrm>
            <a:off x="304228" y="870658"/>
            <a:ext cx="3582602" cy="1202405"/>
            <a:chOff x="1551591" y="830117"/>
            <a:chExt cx="2937088" cy="2078765"/>
          </a:xfrm>
        </p:grpSpPr>
        <p:sp>
          <p:nvSpPr>
            <p:cNvPr id="111" name="TextBox 110"/>
            <p:cNvSpPr txBox="1"/>
            <p:nvPr/>
          </p:nvSpPr>
          <p:spPr>
            <a:xfrm>
              <a:off x="1551591" y="830117"/>
              <a:ext cx="2937088" cy="585306"/>
            </a:xfrm>
            <a:prstGeom prst="rect">
              <a:avLst/>
            </a:prstGeom>
            <a:noFill/>
          </p:spPr>
          <p:txBody>
            <a:bodyPr wrap="square" lIns="0" rIns="0" rtlCol="0" anchor="ctr">
              <a:sp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600" b="1" dirty="0">
                  <a:solidFill>
                    <a:srgbClr val="72B432"/>
                  </a:solidFill>
                  <a:latin typeface="Gill Sans MT"/>
                  <a:ea typeface="Lato ExtraBold" panose="020F0502020204030204" pitchFamily="34" charset="0"/>
                  <a:cs typeface="Lato ExtraBold" panose="020F0502020204030204" pitchFamily="34" charset="0"/>
                </a:rPr>
                <a:t>B2C</a:t>
              </a:r>
              <a:endPara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72B432"/>
                </a:solidFill>
                <a:effectLst/>
                <a:uLnTx/>
                <a:uFillTx/>
                <a:latin typeface="Gill Sans MT"/>
                <a:ea typeface="Lato ExtraBold" panose="020F0502020204030204" pitchFamily="34" charset="0"/>
                <a:cs typeface="Lato ExtraBold" panose="020F0502020204030204" pitchFamily="34" charset="0"/>
              </a:endParaRPr>
            </a:p>
          </p:txBody>
        </p:sp>
        <p:sp>
          <p:nvSpPr>
            <p:cNvPr id="112" name="TextBox 111"/>
            <p:cNvSpPr txBox="1"/>
            <p:nvPr/>
          </p:nvSpPr>
          <p:spPr>
            <a:xfrm>
              <a:off x="1660646" y="1444045"/>
              <a:ext cx="2695009" cy="1464837"/>
            </a:xfrm>
            <a:prstGeom prst="rect">
              <a:avLst/>
            </a:prstGeom>
            <a:noFill/>
          </p:spPr>
          <p:txBody>
            <a:bodyPr wrap="square" lIns="0" rIns="0" rtlCol="0" anchor="ctr">
              <a:spAutoFit/>
            </a:bodyPr>
            <a:lstStyle/>
            <a:p>
              <a:pPr marL="171450" marR="0" lvl="0" indent="-171450" algn="just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lang="en-US" sz="1200" dirty="0">
                  <a:solidFill>
                    <a:srgbClr val="4D4D4F">
                      <a:lumMod val="50000"/>
                    </a:srgbClr>
                  </a:solidFill>
                  <a:latin typeface="Gill Sans MT"/>
                </a:rPr>
                <a:t>Deals with the sale of only Shell lubricants to Distributers, Exporters, Marine vessels and Franchise Workshops.</a:t>
              </a: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4D4D4F">
                    <a:lumMod val="50000"/>
                  </a:srgbClr>
                </a:solidFill>
                <a:effectLst/>
                <a:uLnTx/>
                <a:uFillTx/>
                <a:latin typeface="Gill Sans MT"/>
                <a:ea typeface="ＭＳ Ｐゴシック" pitchFamily="3" charset="-128"/>
              </a:endParaRPr>
            </a:p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72B432"/>
                </a:solidFill>
                <a:effectLst/>
                <a:uLnTx/>
                <a:uFillTx/>
                <a:latin typeface="Gill Sans MT"/>
                <a:ea typeface="ＭＳ Ｐゴシック" pitchFamily="3" charset="-128"/>
              </a:endParaRPr>
            </a:p>
          </p:txBody>
        </p:sp>
      </p:grpSp>
      <p:sp>
        <p:nvSpPr>
          <p:cNvPr id="125" name="TextBox 124"/>
          <p:cNvSpPr txBox="1"/>
          <p:nvPr/>
        </p:nvSpPr>
        <p:spPr>
          <a:xfrm>
            <a:off x="1653148" y="3750093"/>
            <a:ext cx="1647727" cy="215444"/>
          </a:xfrm>
          <a:prstGeom prst="rect">
            <a:avLst/>
          </a:prstGeom>
          <a:noFill/>
        </p:spPr>
        <p:txBody>
          <a:bodyPr wrap="square" lIns="0" rIns="0" rtlCol="0" anchor="ctr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72B432"/>
              </a:solidFill>
              <a:effectLst/>
              <a:uLnTx/>
              <a:uFillTx/>
              <a:latin typeface="Gill Sans MT"/>
              <a:ea typeface="ＭＳ Ｐゴシック" pitchFamily="3" charset="-128"/>
            </a:endParaRPr>
          </a:p>
        </p:txBody>
      </p:sp>
      <p:sp>
        <p:nvSpPr>
          <p:cNvPr id="5" name="Freeform 282">
            <a:extLst>
              <a:ext uri="{FF2B5EF4-FFF2-40B4-BE49-F238E27FC236}">
                <a16:creationId xmlns:a16="http://schemas.microsoft.com/office/drawing/2014/main" id="{F2F16950-8984-9152-BBE7-E5A615B08370}"/>
              </a:ext>
            </a:extLst>
          </p:cNvPr>
          <p:cNvSpPr/>
          <p:nvPr/>
        </p:nvSpPr>
        <p:spPr>
          <a:xfrm>
            <a:off x="5010011" y="1388961"/>
            <a:ext cx="313171" cy="298527"/>
          </a:xfrm>
          <a:custGeom>
            <a:avLst/>
            <a:gdLst/>
            <a:ahLst/>
            <a:cxnLst/>
            <a:rect l="l" t="t" r="r" b="b"/>
            <a:pathLst>
              <a:path w="468765" h="447074">
                <a:moveTo>
                  <a:pt x="234382" y="0"/>
                </a:moveTo>
                <a:cubicBezTo>
                  <a:pt x="240017" y="0"/>
                  <a:pt x="244618" y="3850"/>
                  <a:pt x="248186" y="11550"/>
                </a:cubicBezTo>
                <a:lnTo>
                  <a:pt x="311571" y="139728"/>
                </a:lnTo>
                <a:lnTo>
                  <a:pt x="452990" y="160293"/>
                </a:lnTo>
                <a:cubicBezTo>
                  <a:pt x="463507" y="161983"/>
                  <a:pt x="468765" y="166303"/>
                  <a:pt x="468765" y="173252"/>
                </a:cubicBezTo>
                <a:cubicBezTo>
                  <a:pt x="468765" y="177383"/>
                  <a:pt x="466324" y="181891"/>
                  <a:pt x="461441" y="186774"/>
                </a:cubicBezTo>
                <a:lnTo>
                  <a:pt x="359180" y="286499"/>
                </a:lnTo>
                <a:lnTo>
                  <a:pt x="383407" y="427354"/>
                </a:lnTo>
                <a:cubicBezTo>
                  <a:pt x="383595" y="428669"/>
                  <a:pt x="383689" y="430547"/>
                  <a:pt x="383689" y="432989"/>
                </a:cubicBezTo>
                <a:cubicBezTo>
                  <a:pt x="383689" y="436933"/>
                  <a:pt x="382703" y="440266"/>
                  <a:pt x="380731" y="442989"/>
                </a:cubicBezTo>
                <a:cubicBezTo>
                  <a:pt x="378759" y="445713"/>
                  <a:pt x="375895" y="447074"/>
                  <a:pt x="372139" y="447074"/>
                </a:cubicBezTo>
                <a:cubicBezTo>
                  <a:pt x="368571" y="447074"/>
                  <a:pt x="364814" y="445947"/>
                  <a:pt x="360870" y="443694"/>
                </a:cubicBezTo>
                <a:lnTo>
                  <a:pt x="234382" y="377210"/>
                </a:lnTo>
                <a:lnTo>
                  <a:pt x="107894" y="443694"/>
                </a:lnTo>
                <a:cubicBezTo>
                  <a:pt x="103763" y="445947"/>
                  <a:pt x="100006" y="447074"/>
                  <a:pt x="96626" y="447074"/>
                </a:cubicBezTo>
                <a:cubicBezTo>
                  <a:pt x="92682" y="447074"/>
                  <a:pt x="89724" y="445713"/>
                  <a:pt x="87752" y="442989"/>
                </a:cubicBezTo>
                <a:cubicBezTo>
                  <a:pt x="85780" y="440266"/>
                  <a:pt x="84794" y="436933"/>
                  <a:pt x="84794" y="432989"/>
                </a:cubicBezTo>
                <a:cubicBezTo>
                  <a:pt x="84794" y="431862"/>
                  <a:pt x="84982" y="429984"/>
                  <a:pt x="85358" y="427354"/>
                </a:cubicBezTo>
                <a:lnTo>
                  <a:pt x="109585" y="286499"/>
                </a:lnTo>
                <a:lnTo>
                  <a:pt x="7043" y="186774"/>
                </a:lnTo>
                <a:cubicBezTo>
                  <a:pt x="2347" y="181703"/>
                  <a:pt x="0" y="177196"/>
                  <a:pt x="0" y="173252"/>
                </a:cubicBezTo>
                <a:cubicBezTo>
                  <a:pt x="0" y="166303"/>
                  <a:pt x="5258" y="161983"/>
                  <a:pt x="15775" y="160293"/>
                </a:cubicBezTo>
                <a:lnTo>
                  <a:pt x="157194" y="139728"/>
                </a:lnTo>
                <a:lnTo>
                  <a:pt x="220579" y="11550"/>
                </a:lnTo>
                <a:cubicBezTo>
                  <a:pt x="224147" y="3850"/>
                  <a:pt x="228748" y="0"/>
                  <a:pt x="23438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ill Sans MT"/>
              <a:ea typeface="+mn-ea"/>
              <a:cs typeface="+mn-cs"/>
            </a:endParaRPr>
          </a:p>
        </p:txBody>
      </p:sp>
      <p:sp>
        <p:nvSpPr>
          <p:cNvPr id="7" name="Freeform 282">
            <a:extLst>
              <a:ext uri="{FF2B5EF4-FFF2-40B4-BE49-F238E27FC236}">
                <a16:creationId xmlns:a16="http://schemas.microsoft.com/office/drawing/2014/main" id="{F57A4E74-3A74-AD9E-9141-3D64811F0B97}"/>
              </a:ext>
            </a:extLst>
          </p:cNvPr>
          <p:cNvSpPr/>
          <p:nvPr/>
        </p:nvSpPr>
        <p:spPr>
          <a:xfrm>
            <a:off x="3852262" y="2471698"/>
            <a:ext cx="313171" cy="298527"/>
          </a:xfrm>
          <a:custGeom>
            <a:avLst/>
            <a:gdLst/>
            <a:ahLst/>
            <a:cxnLst/>
            <a:rect l="l" t="t" r="r" b="b"/>
            <a:pathLst>
              <a:path w="468765" h="447074">
                <a:moveTo>
                  <a:pt x="234382" y="0"/>
                </a:moveTo>
                <a:cubicBezTo>
                  <a:pt x="240017" y="0"/>
                  <a:pt x="244618" y="3850"/>
                  <a:pt x="248186" y="11550"/>
                </a:cubicBezTo>
                <a:lnTo>
                  <a:pt x="311571" y="139728"/>
                </a:lnTo>
                <a:lnTo>
                  <a:pt x="452990" y="160293"/>
                </a:lnTo>
                <a:cubicBezTo>
                  <a:pt x="463507" y="161983"/>
                  <a:pt x="468765" y="166303"/>
                  <a:pt x="468765" y="173252"/>
                </a:cubicBezTo>
                <a:cubicBezTo>
                  <a:pt x="468765" y="177383"/>
                  <a:pt x="466324" y="181891"/>
                  <a:pt x="461441" y="186774"/>
                </a:cubicBezTo>
                <a:lnTo>
                  <a:pt x="359180" y="286499"/>
                </a:lnTo>
                <a:lnTo>
                  <a:pt x="383407" y="427354"/>
                </a:lnTo>
                <a:cubicBezTo>
                  <a:pt x="383595" y="428669"/>
                  <a:pt x="383689" y="430547"/>
                  <a:pt x="383689" y="432989"/>
                </a:cubicBezTo>
                <a:cubicBezTo>
                  <a:pt x="383689" y="436933"/>
                  <a:pt x="382703" y="440266"/>
                  <a:pt x="380731" y="442989"/>
                </a:cubicBezTo>
                <a:cubicBezTo>
                  <a:pt x="378759" y="445713"/>
                  <a:pt x="375895" y="447074"/>
                  <a:pt x="372139" y="447074"/>
                </a:cubicBezTo>
                <a:cubicBezTo>
                  <a:pt x="368571" y="447074"/>
                  <a:pt x="364814" y="445947"/>
                  <a:pt x="360870" y="443694"/>
                </a:cubicBezTo>
                <a:lnTo>
                  <a:pt x="234382" y="377210"/>
                </a:lnTo>
                <a:lnTo>
                  <a:pt x="107894" y="443694"/>
                </a:lnTo>
                <a:cubicBezTo>
                  <a:pt x="103763" y="445947"/>
                  <a:pt x="100006" y="447074"/>
                  <a:pt x="96626" y="447074"/>
                </a:cubicBezTo>
                <a:cubicBezTo>
                  <a:pt x="92682" y="447074"/>
                  <a:pt x="89724" y="445713"/>
                  <a:pt x="87752" y="442989"/>
                </a:cubicBezTo>
                <a:cubicBezTo>
                  <a:pt x="85780" y="440266"/>
                  <a:pt x="84794" y="436933"/>
                  <a:pt x="84794" y="432989"/>
                </a:cubicBezTo>
                <a:cubicBezTo>
                  <a:pt x="84794" y="431862"/>
                  <a:pt x="84982" y="429984"/>
                  <a:pt x="85358" y="427354"/>
                </a:cubicBezTo>
                <a:lnTo>
                  <a:pt x="109585" y="286499"/>
                </a:lnTo>
                <a:lnTo>
                  <a:pt x="7043" y="186774"/>
                </a:lnTo>
                <a:cubicBezTo>
                  <a:pt x="2347" y="181703"/>
                  <a:pt x="0" y="177196"/>
                  <a:pt x="0" y="173252"/>
                </a:cubicBezTo>
                <a:cubicBezTo>
                  <a:pt x="0" y="166303"/>
                  <a:pt x="5258" y="161983"/>
                  <a:pt x="15775" y="160293"/>
                </a:cubicBezTo>
                <a:lnTo>
                  <a:pt x="157194" y="139728"/>
                </a:lnTo>
                <a:lnTo>
                  <a:pt x="220579" y="11550"/>
                </a:lnTo>
                <a:cubicBezTo>
                  <a:pt x="224147" y="3850"/>
                  <a:pt x="228748" y="0"/>
                  <a:pt x="23438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ill Sans MT"/>
              <a:ea typeface="+mn-ea"/>
              <a:cs typeface="+mn-cs"/>
            </a:endParaRPr>
          </a:p>
        </p:txBody>
      </p:sp>
      <p:sp>
        <p:nvSpPr>
          <p:cNvPr id="8" name="Freeform 282">
            <a:extLst>
              <a:ext uri="{FF2B5EF4-FFF2-40B4-BE49-F238E27FC236}">
                <a16:creationId xmlns:a16="http://schemas.microsoft.com/office/drawing/2014/main" id="{F274C5D2-2ACD-1F53-CD2A-D02E2CF4D300}"/>
              </a:ext>
            </a:extLst>
          </p:cNvPr>
          <p:cNvSpPr/>
          <p:nvPr/>
        </p:nvSpPr>
        <p:spPr>
          <a:xfrm>
            <a:off x="4955742" y="2620962"/>
            <a:ext cx="313171" cy="298527"/>
          </a:xfrm>
          <a:custGeom>
            <a:avLst/>
            <a:gdLst/>
            <a:ahLst/>
            <a:cxnLst/>
            <a:rect l="l" t="t" r="r" b="b"/>
            <a:pathLst>
              <a:path w="468765" h="447074">
                <a:moveTo>
                  <a:pt x="234382" y="0"/>
                </a:moveTo>
                <a:cubicBezTo>
                  <a:pt x="240017" y="0"/>
                  <a:pt x="244618" y="3850"/>
                  <a:pt x="248186" y="11550"/>
                </a:cubicBezTo>
                <a:lnTo>
                  <a:pt x="311571" y="139728"/>
                </a:lnTo>
                <a:lnTo>
                  <a:pt x="452990" y="160293"/>
                </a:lnTo>
                <a:cubicBezTo>
                  <a:pt x="463507" y="161983"/>
                  <a:pt x="468765" y="166303"/>
                  <a:pt x="468765" y="173252"/>
                </a:cubicBezTo>
                <a:cubicBezTo>
                  <a:pt x="468765" y="177383"/>
                  <a:pt x="466324" y="181891"/>
                  <a:pt x="461441" y="186774"/>
                </a:cubicBezTo>
                <a:lnTo>
                  <a:pt x="359180" y="286499"/>
                </a:lnTo>
                <a:lnTo>
                  <a:pt x="383407" y="427354"/>
                </a:lnTo>
                <a:cubicBezTo>
                  <a:pt x="383595" y="428669"/>
                  <a:pt x="383689" y="430547"/>
                  <a:pt x="383689" y="432989"/>
                </a:cubicBezTo>
                <a:cubicBezTo>
                  <a:pt x="383689" y="436933"/>
                  <a:pt x="382703" y="440266"/>
                  <a:pt x="380731" y="442989"/>
                </a:cubicBezTo>
                <a:cubicBezTo>
                  <a:pt x="378759" y="445713"/>
                  <a:pt x="375895" y="447074"/>
                  <a:pt x="372139" y="447074"/>
                </a:cubicBezTo>
                <a:cubicBezTo>
                  <a:pt x="368571" y="447074"/>
                  <a:pt x="364814" y="445947"/>
                  <a:pt x="360870" y="443694"/>
                </a:cubicBezTo>
                <a:lnTo>
                  <a:pt x="234382" y="377210"/>
                </a:lnTo>
                <a:lnTo>
                  <a:pt x="107894" y="443694"/>
                </a:lnTo>
                <a:cubicBezTo>
                  <a:pt x="103763" y="445947"/>
                  <a:pt x="100006" y="447074"/>
                  <a:pt x="96626" y="447074"/>
                </a:cubicBezTo>
                <a:cubicBezTo>
                  <a:pt x="92682" y="447074"/>
                  <a:pt x="89724" y="445713"/>
                  <a:pt x="87752" y="442989"/>
                </a:cubicBezTo>
                <a:cubicBezTo>
                  <a:pt x="85780" y="440266"/>
                  <a:pt x="84794" y="436933"/>
                  <a:pt x="84794" y="432989"/>
                </a:cubicBezTo>
                <a:cubicBezTo>
                  <a:pt x="84794" y="431862"/>
                  <a:pt x="84982" y="429984"/>
                  <a:pt x="85358" y="427354"/>
                </a:cubicBezTo>
                <a:lnTo>
                  <a:pt x="109585" y="286499"/>
                </a:lnTo>
                <a:lnTo>
                  <a:pt x="7043" y="186774"/>
                </a:lnTo>
                <a:cubicBezTo>
                  <a:pt x="2347" y="181703"/>
                  <a:pt x="0" y="177196"/>
                  <a:pt x="0" y="173252"/>
                </a:cubicBezTo>
                <a:cubicBezTo>
                  <a:pt x="0" y="166303"/>
                  <a:pt x="5258" y="161983"/>
                  <a:pt x="15775" y="160293"/>
                </a:cubicBezTo>
                <a:lnTo>
                  <a:pt x="157194" y="139728"/>
                </a:lnTo>
                <a:lnTo>
                  <a:pt x="220579" y="11550"/>
                </a:lnTo>
                <a:cubicBezTo>
                  <a:pt x="224147" y="3850"/>
                  <a:pt x="228748" y="0"/>
                  <a:pt x="23438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ill Sans MT"/>
              <a:ea typeface="+mn-ea"/>
              <a:cs typeface="+mn-cs"/>
            </a:endParaRPr>
          </a:p>
        </p:txBody>
      </p:sp>
      <p:sp>
        <p:nvSpPr>
          <p:cNvPr id="9" name="Freeform 282">
            <a:extLst>
              <a:ext uri="{FF2B5EF4-FFF2-40B4-BE49-F238E27FC236}">
                <a16:creationId xmlns:a16="http://schemas.microsoft.com/office/drawing/2014/main" id="{2F9DD770-B006-1CFA-AD27-953B827260F7}"/>
              </a:ext>
            </a:extLst>
          </p:cNvPr>
          <p:cNvSpPr/>
          <p:nvPr/>
        </p:nvSpPr>
        <p:spPr>
          <a:xfrm>
            <a:off x="3828543" y="3577024"/>
            <a:ext cx="313171" cy="298527"/>
          </a:xfrm>
          <a:custGeom>
            <a:avLst/>
            <a:gdLst/>
            <a:ahLst/>
            <a:cxnLst/>
            <a:rect l="l" t="t" r="r" b="b"/>
            <a:pathLst>
              <a:path w="468765" h="447074">
                <a:moveTo>
                  <a:pt x="234382" y="0"/>
                </a:moveTo>
                <a:cubicBezTo>
                  <a:pt x="240017" y="0"/>
                  <a:pt x="244618" y="3850"/>
                  <a:pt x="248186" y="11550"/>
                </a:cubicBezTo>
                <a:lnTo>
                  <a:pt x="311571" y="139728"/>
                </a:lnTo>
                <a:lnTo>
                  <a:pt x="452990" y="160293"/>
                </a:lnTo>
                <a:cubicBezTo>
                  <a:pt x="463507" y="161983"/>
                  <a:pt x="468765" y="166303"/>
                  <a:pt x="468765" y="173252"/>
                </a:cubicBezTo>
                <a:cubicBezTo>
                  <a:pt x="468765" y="177383"/>
                  <a:pt x="466324" y="181891"/>
                  <a:pt x="461441" y="186774"/>
                </a:cubicBezTo>
                <a:lnTo>
                  <a:pt x="359180" y="286499"/>
                </a:lnTo>
                <a:lnTo>
                  <a:pt x="383407" y="427354"/>
                </a:lnTo>
                <a:cubicBezTo>
                  <a:pt x="383595" y="428669"/>
                  <a:pt x="383689" y="430547"/>
                  <a:pt x="383689" y="432989"/>
                </a:cubicBezTo>
                <a:cubicBezTo>
                  <a:pt x="383689" y="436933"/>
                  <a:pt x="382703" y="440266"/>
                  <a:pt x="380731" y="442989"/>
                </a:cubicBezTo>
                <a:cubicBezTo>
                  <a:pt x="378759" y="445713"/>
                  <a:pt x="375895" y="447074"/>
                  <a:pt x="372139" y="447074"/>
                </a:cubicBezTo>
                <a:cubicBezTo>
                  <a:pt x="368571" y="447074"/>
                  <a:pt x="364814" y="445947"/>
                  <a:pt x="360870" y="443694"/>
                </a:cubicBezTo>
                <a:lnTo>
                  <a:pt x="234382" y="377210"/>
                </a:lnTo>
                <a:lnTo>
                  <a:pt x="107894" y="443694"/>
                </a:lnTo>
                <a:cubicBezTo>
                  <a:pt x="103763" y="445947"/>
                  <a:pt x="100006" y="447074"/>
                  <a:pt x="96626" y="447074"/>
                </a:cubicBezTo>
                <a:cubicBezTo>
                  <a:pt x="92682" y="447074"/>
                  <a:pt x="89724" y="445713"/>
                  <a:pt x="87752" y="442989"/>
                </a:cubicBezTo>
                <a:cubicBezTo>
                  <a:pt x="85780" y="440266"/>
                  <a:pt x="84794" y="436933"/>
                  <a:pt x="84794" y="432989"/>
                </a:cubicBezTo>
                <a:cubicBezTo>
                  <a:pt x="84794" y="431862"/>
                  <a:pt x="84982" y="429984"/>
                  <a:pt x="85358" y="427354"/>
                </a:cubicBezTo>
                <a:lnTo>
                  <a:pt x="109585" y="286499"/>
                </a:lnTo>
                <a:lnTo>
                  <a:pt x="7043" y="186774"/>
                </a:lnTo>
                <a:cubicBezTo>
                  <a:pt x="2347" y="181703"/>
                  <a:pt x="0" y="177196"/>
                  <a:pt x="0" y="173252"/>
                </a:cubicBezTo>
                <a:cubicBezTo>
                  <a:pt x="0" y="166303"/>
                  <a:pt x="5258" y="161983"/>
                  <a:pt x="15775" y="160293"/>
                </a:cubicBezTo>
                <a:lnTo>
                  <a:pt x="157194" y="139728"/>
                </a:lnTo>
                <a:lnTo>
                  <a:pt x="220579" y="11550"/>
                </a:lnTo>
                <a:cubicBezTo>
                  <a:pt x="224147" y="3850"/>
                  <a:pt x="228748" y="0"/>
                  <a:pt x="23438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ill Sans MT"/>
              <a:ea typeface="+mn-ea"/>
              <a:cs typeface="+mn-cs"/>
            </a:endParaRPr>
          </a:p>
        </p:txBody>
      </p:sp>
      <p:sp>
        <p:nvSpPr>
          <p:cNvPr id="10" name="Freeform 282">
            <a:extLst>
              <a:ext uri="{FF2B5EF4-FFF2-40B4-BE49-F238E27FC236}">
                <a16:creationId xmlns:a16="http://schemas.microsoft.com/office/drawing/2014/main" id="{F9F85761-2A1F-93B9-266E-99AC23E9C7C6}"/>
              </a:ext>
            </a:extLst>
          </p:cNvPr>
          <p:cNvSpPr/>
          <p:nvPr/>
        </p:nvSpPr>
        <p:spPr>
          <a:xfrm>
            <a:off x="4965423" y="3508155"/>
            <a:ext cx="313171" cy="298527"/>
          </a:xfrm>
          <a:custGeom>
            <a:avLst/>
            <a:gdLst/>
            <a:ahLst/>
            <a:cxnLst/>
            <a:rect l="l" t="t" r="r" b="b"/>
            <a:pathLst>
              <a:path w="468765" h="447074">
                <a:moveTo>
                  <a:pt x="234382" y="0"/>
                </a:moveTo>
                <a:cubicBezTo>
                  <a:pt x="240017" y="0"/>
                  <a:pt x="244618" y="3850"/>
                  <a:pt x="248186" y="11550"/>
                </a:cubicBezTo>
                <a:lnTo>
                  <a:pt x="311571" y="139728"/>
                </a:lnTo>
                <a:lnTo>
                  <a:pt x="452990" y="160293"/>
                </a:lnTo>
                <a:cubicBezTo>
                  <a:pt x="463507" y="161983"/>
                  <a:pt x="468765" y="166303"/>
                  <a:pt x="468765" y="173252"/>
                </a:cubicBezTo>
                <a:cubicBezTo>
                  <a:pt x="468765" y="177383"/>
                  <a:pt x="466324" y="181891"/>
                  <a:pt x="461441" y="186774"/>
                </a:cubicBezTo>
                <a:lnTo>
                  <a:pt x="359180" y="286499"/>
                </a:lnTo>
                <a:lnTo>
                  <a:pt x="383407" y="427354"/>
                </a:lnTo>
                <a:cubicBezTo>
                  <a:pt x="383595" y="428669"/>
                  <a:pt x="383689" y="430547"/>
                  <a:pt x="383689" y="432989"/>
                </a:cubicBezTo>
                <a:cubicBezTo>
                  <a:pt x="383689" y="436933"/>
                  <a:pt x="382703" y="440266"/>
                  <a:pt x="380731" y="442989"/>
                </a:cubicBezTo>
                <a:cubicBezTo>
                  <a:pt x="378759" y="445713"/>
                  <a:pt x="375895" y="447074"/>
                  <a:pt x="372139" y="447074"/>
                </a:cubicBezTo>
                <a:cubicBezTo>
                  <a:pt x="368571" y="447074"/>
                  <a:pt x="364814" y="445947"/>
                  <a:pt x="360870" y="443694"/>
                </a:cubicBezTo>
                <a:lnTo>
                  <a:pt x="234382" y="377210"/>
                </a:lnTo>
                <a:lnTo>
                  <a:pt x="107894" y="443694"/>
                </a:lnTo>
                <a:cubicBezTo>
                  <a:pt x="103763" y="445947"/>
                  <a:pt x="100006" y="447074"/>
                  <a:pt x="96626" y="447074"/>
                </a:cubicBezTo>
                <a:cubicBezTo>
                  <a:pt x="92682" y="447074"/>
                  <a:pt x="89724" y="445713"/>
                  <a:pt x="87752" y="442989"/>
                </a:cubicBezTo>
                <a:cubicBezTo>
                  <a:pt x="85780" y="440266"/>
                  <a:pt x="84794" y="436933"/>
                  <a:pt x="84794" y="432989"/>
                </a:cubicBezTo>
                <a:cubicBezTo>
                  <a:pt x="84794" y="431862"/>
                  <a:pt x="84982" y="429984"/>
                  <a:pt x="85358" y="427354"/>
                </a:cubicBezTo>
                <a:lnTo>
                  <a:pt x="109585" y="286499"/>
                </a:lnTo>
                <a:lnTo>
                  <a:pt x="7043" y="186774"/>
                </a:lnTo>
                <a:cubicBezTo>
                  <a:pt x="2347" y="181703"/>
                  <a:pt x="0" y="177196"/>
                  <a:pt x="0" y="173252"/>
                </a:cubicBezTo>
                <a:cubicBezTo>
                  <a:pt x="0" y="166303"/>
                  <a:pt x="5258" y="161983"/>
                  <a:pt x="15775" y="160293"/>
                </a:cubicBezTo>
                <a:lnTo>
                  <a:pt x="157194" y="139728"/>
                </a:lnTo>
                <a:lnTo>
                  <a:pt x="220579" y="11550"/>
                </a:lnTo>
                <a:cubicBezTo>
                  <a:pt x="224147" y="3850"/>
                  <a:pt x="228748" y="0"/>
                  <a:pt x="23438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ill Sans MT"/>
              <a:ea typeface="+mn-ea"/>
              <a:cs typeface="+mn-cs"/>
            </a:endParaRPr>
          </a:p>
        </p:txBody>
      </p:sp>
      <p:sp>
        <p:nvSpPr>
          <p:cNvPr id="11" name="Shape 2350">
            <a:extLst>
              <a:ext uri="{FF2B5EF4-FFF2-40B4-BE49-F238E27FC236}">
                <a16:creationId xmlns:a16="http://schemas.microsoft.com/office/drawing/2014/main" id="{1F673F33-D658-7141-2EFA-0FE0818409D7}"/>
              </a:ext>
            </a:extLst>
          </p:cNvPr>
          <p:cNvSpPr/>
          <p:nvPr/>
        </p:nvSpPr>
        <p:spPr>
          <a:xfrm rot="5400000">
            <a:off x="4266452" y="2428197"/>
            <a:ext cx="952435" cy="8957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188" extrusionOk="0">
                <a:moveTo>
                  <a:pt x="0" y="0"/>
                </a:moveTo>
                <a:cubicBezTo>
                  <a:pt x="0" y="12150"/>
                  <a:pt x="0" y="12150"/>
                  <a:pt x="0" y="12150"/>
                </a:cubicBezTo>
                <a:cubicBezTo>
                  <a:pt x="0" y="18000"/>
                  <a:pt x="157" y="21600"/>
                  <a:pt x="430" y="21150"/>
                </a:cubicBezTo>
                <a:cubicBezTo>
                  <a:pt x="21600" y="21150"/>
                  <a:pt x="21600" y="21150"/>
                  <a:pt x="21600" y="21150"/>
                </a:cubicBezTo>
              </a:path>
            </a:pathLst>
          </a:custGeom>
          <a:noFill/>
          <a:ln w="85725" cap="flat">
            <a:solidFill>
              <a:schemeClr val="accent5"/>
            </a:solidFill>
            <a:prstDash val="solid"/>
            <a:miter lim="400000"/>
          </a:ln>
          <a:effectLst/>
        </p:spPr>
        <p:txBody>
          <a:bodyPr wrap="square" lIns="25717" tIns="25717" rIns="25717" bIns="25717" numCol="1" anchor="t">
            <a:no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sz="2400"/>
            </a:pPr>
            <a:endParaRPr kumimoji="0" sz="3200" b="0" i="0" u="none" strike="noStrike" kern="1200" cap="none" spc="0" normalizeH="0" baseline="0" noProof="0">
              <a:ln>
                <a:noFill/>
              </a:ln>
              <a:solidFill>
                <a:srgbClr val="72B432"/>
              </a:solidFill>
              <a:effectLst/>
              <a:uLnTx/>
              <a:uFillTx/>
              <a:latin typeface="Gill Sans MT"/>
              <a:ea typeface="ＭＳ Ｐゴシック" pitchFamily="3" charset="-128"/>
            </a:endParaRPr>
          </a:p>
        </p:txBody>
      </p:sp>
      <p:sp>
        <p:nvSpPr>
          <p:cNvPr id="12" name="Shape 2351">
            <a:extLst>
              <a:ext uri="{FF2B5EF4-FFF2-40B4-BE49-F238E27FC236}">
                <a16:creationId xmlns:a16="http://schemas.microsoft.com/office/drawing/2014/main" id="{07ADD3E1-5FAE-8BB5-5443-2469B1F3890E}"/>
              </a:ext>
            </a:extLst>
          </p:cNvPr>
          <p:cNvSpPr/>
          <p:nvPr/>
        </p:nvSpPr>
        <p:spPr>
          <a:xfrm rot="5400000">
            <a:off x="4795938" y="1776900"/>
            <a:ext cx="400448" cy="408642"/>
          </a:xfrm>
          <a:prstGeom prst="ellipse">
            <a:avLst/>
          </a:prstGeom>
          <a:solidFill>
            <a:schemeClr val="accent5"/>
          </a:solidFill>
          <a:ln w="12700" cap="flat">
            <a:noFill/>
            <a:miter lim="400000"/>
          </a:ln>
          <a:effectLst/>
        </p:spPr>
        <p:txBody>
          <a:bodyPr wrap="square" lIns="25717" tIns="25717" rIns="25717" bIns="25717" numCol="1" anchor="t">
            <a:no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sz="2400"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srgbClr val="72B432"/>
              </a:solidFill>
              <a:effectLst/>
              <a:uLnTx/>
              <a:uFillTx/>
              <a:latin typeface="Gill Sans MT"/>
              <a:ea typeface="ＭＳ Ｐゴシック" pitchFamily="3" charset="-128"/>
            </a:endParaRPr>
          </a:p>
        </p:txBody>
      </p:sp>
      <p:sp>
        <p:nvSpPr>
          <p:cNvPr id="13" name="Freeform 282">
            <a:extLst>
              <a:ext uri="{FF2B5EF4-FFF2-40B4-BE49-F238E27FC236}">
                <a16:creationId xmlns:a16="http://schemas.microsoft.com/office/drawing/2014/main" id="{4668B0C5-C278-1861-E8C1-67E9550BB509}"/>
              </a:ext>
            </a:extLst>
          </p:cNvPr>
          <p:cNvSpPr/>
          <p:nvPr/>
        </p:nvSpPr>
        <p:spPr>
          <a:xfrm>
            <a:off x="4855049" y="1853851"/>
            <a:ext cx="282225" cy="245497"/>
          </a:xfrm>
          <a:custGeom>
            <a:avLst/>
            <a:gdLst/>
            <a:ahLst/>
            <a:cxnLst/>
            <a:rect l="l" t="t" r="r" b="b"/>
            <a:pathLst>
              <a:path w="468765" h="447074">
                <a:moveTo>
                  <a:pt x="234382" y="0"/>
                </a:moveTo>
                <a:cubicBezTo>
                  <a:pt x="240017" y="0"/>
                  <a:pt x="244618" y="3850"/>
                  <a:pt x="248186" y="11550"/>
                </a:cubicBezTo>
                <a:lnTo>
                  <a:pt x="311571" y="139728"/>
                </a:lnTo>
                <a:lnTo>
                  <a:pt x="452990" y="160293"/>
                </a:lnTo>
                <a:cubicBezTo>
                  <a:pt x="463507" y="161983"/>
                  <a:pt x="468765" y="166303"/>
                  <a:pt x="468765" y="173252"/>
                </a:cubicBezTo>
                <a:cubicBezTo>
                  <a:pt x="468765" y="177383"/>
                  <a:pt x="466324" y="181891"/>
                  <a:pt x="461441" y="186774"/>
                </a:cubicBezTo>
                <a:lnTo>
                  <a:pt x="359180" y="286499"/>
                </a:lnTo>
                <a:lnTo>
                  <a:pt x="383407" y="427354"/>
                </a:lnTo>
                <a:cubicBezTo>
                  <a:pt x="383595" y="428669"/>
                  <a:pt x="383689" y="430547"/>
                  <a:pt x="383689" y="432989"/>
                </a:cubicBezTo>
                <a:cubicBezTo>
                  <a:pt x="383689" y="436933"/>
                  <a:pt x="382703" y="440266"/>
                  <a:pt x="380731" y="442989"/>
                </a:cubicBezTo>
                <a:cubicBezTo>
                  <a:pt x="378759" y="445713"/>
                  <a:pt x="375895" y="447074"/>
                  <a:pt x="372139" y="447074"/>
                </a:cubicBezTo>
                <a:cubicBezTo>
                  <a:pt x="368571" y="447074"/>
                  <a:pt x="364814" y="445947"/>
                  <a:pt x="360870" y="443694"/>
                </a:cubicBezTo>
                <a:lnTo>
                  <a:pt x="234382" y="377210"/>
                </a:lnTo>
                <a:lnTo>
                  <a:pt x="107894" y="443694"/>
                </a:lnTo>
                <a:cubicBezTo>
                  <a:pt x="103763" y="445947"/>
                  <a:pt x="100006" y="447074"/>
                  <a:pt x="96626" y="447074"/>
                </a:cubicBezTo>
                <a:cubicBezTo>
                  <a:pt x="92682" y="447074"/>
                  <a:pt x="89724" y="445713"/>
                  <a:pt x="87752" y="442989"/>
                </a:cubicBezTo>
                <a:cubicBezTo>
                  <a:pt x="85780" y="440266"/>
                  <a:pt x="84794" y="436933"/>
                  <a:pt x="84794" y="432989"/>
                </a:cubicBezTo>
                <a:cubicBezTo>
                  <a:pt x="84794" y="431862"/>
                  <a:pt x="84982" y="429984"/>
                  <a:pt x="85358" y="427354"/>
                </a:cubicBezTo>
                <a:lnTo>
                  <a:pt x="109585" y="286499"/>
                </a:lnTo>
                <a:lnTo>
                  <a:pt x="7043" y="186774"/>
                </a:lnTo>
                <a:cubicBezTo>
                  <a:pt x="2347" y="181703"/>
                  <a:pt x="0" y="177196"/>
                  <a:pt x="0" y="173252"/>
                </a:cubicBezTo>
                <a:cubicBezTo>
                  <a:pt x="0" y="166303"/>
                  <a:pt x="5258" y="161983"/>
                  <a:pt x="15775" y="160293"/>
                </a:cubicBezTo>
                <a:lnTo>
                  <a:pt x="157194" y="139728"/>
                </a:lnTo>
                <a:lnTo>
                  <a:pt x="220579" y="11550"/>
                </a:lnTo>
                <a:cubicBezTo>
                  <a:pt x="224147" y="3850"/>
                  <a:pt x="228748" y="0"/>
                  <a:pt x="23438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ill Sans MT"/>
              <a:ea typeface="+mn-ea"/>
              <a:cs typeface="+mn-cs"/>
            </a:endParaRPr>
          </a:p>
        </p:txBody>
      </p:sp>
      <p:sp>
        <p:nvSpPr>
          <p:cNvPr id="15" name="Shape 2332"/>
          <p:cNvSpPr/>
          <p:nvPr/>
        </p:nvSpPr>
        <p:spPr>
          <a:xfrm rot="5400000">
            <a:off x="3825977" y="3659678"/>
            <a:ext cx="1926778" cy="18296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cubicBezTo>
                  <a:pt x="0" y="15632"/>
                  <a:pt x="0" y="15632"/>
                  <a:pt x="0" y="15632"/>
                </a:cubicBezTo>
                <a:cubicBezTo>
                  <a:pt x="0" y="19611"/>
                  <a:pt x="135" y="21600"/>
                  <a:pt x="405" y="21600"/>
                </a:cubicBezTo>
                <a:cubicBezTo>
                  <a:pt x="21600" y="21600"/>
                  <a:pt x="21600" y="21600"/>
                  <a:pt x="21600" y="21600"/>
                </a:cubicBezTo>
              </a:path>
            </a:pathLst>
          </a:custGeom>
          <a:noFill/>
          <a:ln w="85725" cap="flat">
            <a:solidFill>
              <a:schemeClr val="accent4"/>
            </a:solidFill>
            <a:prstDash val="solid"/>
            <a:miter lim="400000"/>
          </a:ln>
          <a:effectLst/>
        </p:spPr>
        <p:txBody>
          <a:bodyPr wrap="square" lIns="25717" tIns="25717" rIns="25717" bIns="25717" numCol="1" anchor="t">
            <a:no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sz="2400"/>
            </a:pPr>
            <a:endParaRPr kumimoji="0" sz="3200" b="0" i="0" u="none" strike="noStrike" kern="1200" cap="none" spc="0" normalizeH="0" baseline="0" noProof="0">
              <a:ln>
                <a:noFill/>
              </a:ln>
              <a:solidFill>
                <a:srgbClr val="72B432"/>
              </a:solidFill>
              <a:effectLst/>
              <a:uLnTx/>
              <a:uFillTx/>
              <a:latin typeface="Gill Sans MT"/>
              <a:ea typeface="ＭＳ Ｐゴシック" pitchFamily="3" charset="-128"/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07866CE3-FB70-F3F8-9263-779666597FA1}"/>
              </a:ext>
            </a:extLst>
          </p:cNvPr>
          <p:cNvGrpSpPr/>
          <p:nvPr/>
        </p:nvGrpSpPr>
        <p:grpSpPr>
          <a:xfrm>
            <a:off x="346299" y="2223546"/>
            <a:ext cx="3592534" cy="746698"/>
            <a:chOff x="1360850" y="1076584"/>
            <a:chExt cx="3013378" cy="1327465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7D1307DF-4F39-7DB5-E1E6-2893B0D1B631}"/>
                </a:ext>
              </a:extLst>
            </p:cNvPr>
            <p:cNvSpPr txBox="1"/>
            <p:nvPr/>
          </p:nvSpPr>
          <p:spPr>
            <a:xfrm>
              <a:off x="1437140" y="1076584"/>
              <a:ext cx="2937088" cy="601875"/>
            </a:xfrm>
            <a:prstGeom prst="rect">
              <a:avLst/>
            </a:prstGeom>
            <a:noFill/>
          </p:spPr>
          <p:txBody>
            <a:bodyPr wrap="square" lIns="0" rIns="0" rtlCol="0" anchor="ctr">
              <a:sp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71B206"/>
                  </a:solidFill>
                  <a:effectLst/>
                  <a:uLnTx/>
                  <a:uFillTx/>
                  <a:latin typeface="Gill Sans MT (Headings)"/>
                  <a:ea typeface="Lato ExtraBold" panose="020F0502020204030204" pitchFamily="34" charset="0"/>
                  <a:cs typeface="Lato ExtraBold" panose="020F0502020204030204" pitchFamily="34" charset="0"/>
                </a:rPr>
                <a:t>LEGAL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64E2D3B6-AE1B-466C-7BB7-1BB15365DC68}"/>
                </a:ext>
              </a:extLst>
            </p:cNvPr>
            <p:cNvSpPr txBox="1"/>
            <p:nvPr/>
          </p:nvSpPr>
          <p:spPr>
            <a:xfrm>
              <a:off x="1360850" y="1583310"/>
              <a:ext cx="2937088" cy="820739"/>
            </a:xfrm>
            <a:prstGeom prst="rect">
              <a:avLst/>
            </a:prstGeom>
            <a:noFill/>
          </p:spPr>
          <p:txBody>
            <a:bodyPr wrap="square" lIns="0" rIns="0" rtlCol="0" anchor="ctr">
              <a:spAutoFit/>
            </a:bodyPr>
            <a:lstStyle/>
            <a:p>
              <a:pPr marL="171450" marR="0" lvl="0" indent="-171450" algn="just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lang="en-US" sz="1200" dirty="0">
                  <a:solidFill>
                    <a:srgbClr val="4D4D4F">
                      <a:lumMod val="50000"/>
                    </a:srgbClr>
                  </a:solidFill>
                  <a:latin typeface="Gill Sans MT"/>
                </a:rPr>
                <a:t>Averts all possible risks that VEGH is likely to face..</a:t>
              </a:r>
            </a:p>
            <a:p>
              <a:pPr marL="171450" marR="0" lvl="0" indent="-171450" algn="just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lang="en-US" sz="1200" dirty="0">
                  <a:solidFill>
                    <a:srgbClr val="4D4D4F">
                      <a:lumMod val="50000"/>
                    </a:srgbClr>
                  </a:solidFill>
                  <a:latin typeface="Gill Sans MT"/>
                </a:rPr>
                <a:t>Deals with all legal issues in the company. </a:t>
              </a: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4D4D4F">
                    <a:lumMod val="50000"/>
                  </a:srgbClr>
                </a:solidFill>
                <a:effectLst/>
                <a:uLnTx/>
                <a:uFillTx/>
                <a:latin typeface="Gill Sans MT"/>
                <a:ea typeface="ＭＳ Ｐゴシック" pitchFamily="3" charset="-128"/>
              </a:endParaRP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AFB3D7A7-B242-1092-5580-BEA80B67B97A}"/>
              </a:ext>
            </a:extLst>
          </p:cNvPr>
          <p:cNvGrpSpPr/>
          <p:nvPr/>
        </p:nvGrpSpPr>
        <p:grpSpPr>
          <a:xfrm>
            <a:off x="5524872" y="2351954"/>
            <a:ext cx="3466728" cy="1113701"/>
            <a:chOff x="1167086" y="465159"/>
            <a:chExt cx="5860843" cy="2520809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548EDAE0-C94D-4D32-3B1A-CC9AB67DA288}"/>
                </a:ext>
              </a:extLst>
            </p:cNvPr>
            <p:cNvSpPr txBox="1"/>
            <p:nvPr/>
          </p:nvSpPr>
          <p:spPr>
            <a:xfrm>
              <a:off x="1503949" y="465159"/>
              <a:ext cx="4144809" cy="766301"/>
            </a:xfrm>
            <a:prstGeom prst="rect">
              <a:avLst/>
            </a:prstGeom>
            <a:noFill/>
          </p:spPr>
          <p:txBody>
            <a:bodyPr wrap="square" lIns="0" rIns="0" rtlCol="0" anchor="ctr">
              <a:sp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600" b="1" dirty="0">
                  <a:solidFill>
                    <a:srgbClr val="71B206"/>
                  </a:solidFill>
                  <a:latin typeface="Gill Sans MT"/>
                  <a:ea typeface="Lato ExtraBold" panose="020F0502020204030204" pitchFamily="34" charset="0"/>
                  <a:cs typeface="Lato ExtraBold" panose="020F0502020204030204" pitchFamily="34" charset="0"/>
                </a:rPr>
                <a:t>COMMUNICATION</a:t>
              </a:r>
              <a:endPara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71B206"/>
                </a:solidFill>
                <a:effectLst/>
                <a:uLnTx/>
                <a:uFillTx/>
                <a:latin typeface="Gill Sans MT"/>
                <a:ea typeface="Lato ExtraBold" panose="020F0502020204030204" pitchFamily="34" charset="0"/>
                <a:cs typeface="Lato ExtraBold" panose="020F0502020204030204" pitchFamily="34" charset="0"/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D228AFAB-BEA9-4955-9A0F-41A280560220}"/>
                </a:ext>
              </a:extLst>
            </p:cNvPr>
            <p:cNvSpPr txBox="1"/>
            <p:nvPr/>
          </p:nvSpPr>
          <p:spPr>
            <a:xfrm>
              <a:off x="1167086" y="1105046"/>
              <a:ext cx="5860843" cy="1880922"/>
            </a:xfrm>
            <a:prstGeom prst="rect">
              <a:avLst/>
            </a:prstGeom>
            <a:noFill/>
          </p:spPr>
          <p:txBody>
            <a:bodyPr wrap="square" lIns="0" rIns="0" rtlCol="0" anchor="ctr">
              <a:spAutoFit/>
            </a:bodyPr>
            <a:lstStyle/>
            <a:p>
              <a:pPr marL="171450" marR="0" lvl="0" indent="-171450" algn="just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lang="en-US" sz="1200" dirty="0">
                  <a:solidFill>
                    <a:srgbClr val="4D4D4F">
                      <a:lumMod val="50000"/>
                    </a:srgbClr>
                  </a:solidFill>
                  <a:latin typeface="Gill Sans MT"/>
                </a:rPr>
                <a:t>Facilitates information within and outside the organization.</a:t>
              </a:r>
            </a:p>
            <a:p>
              <a:pPr marL="171450" marR="0" lvl="0" indent="-171450" algn="just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lang="en-US" sz="1200" dirty="0">
                  <a:solidFill>
                    <a:srgbClr val="4D4D4F">
                      <a:lumMod val="50000"/>
                    </a:srgbClr>
                  </a:solidFill>
                  <a:latin typeface="Gill Sans MT"/>
                </a:rPr>
                <a:t>Deals with stakeholder engagements and the projection of all VEGH activities to the media.</a:t>
              </a: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4D4D4F">
                    <a:lumMod val="50000"/>
                  </a:srgbClr>
                </a:solidFill>
                <a:effectLst/>
                <a:uLnTx/>
                <a:uFillTx/>
                <a:latin typeface="Gill Sans MT"/>
                <a:ea typeface="ＭＳ Ｐゴシック" pitchFamily="3" charset="-128"/>
              </a:endParaRPr>
            </a:p>
          </p:txBody>
        </p:sp>
      </p:grpSp>
      <p:sp>
        <p:nvSpPr>
          <p:cNvPr id="26" name="TextBox 25">
            <a:extLst>
              <a:ext uri="{FF2B5EF4-FFF2-40B4-BE49-F238E27FC236}">
                <a16:creationId xmlns:a16="http://schemas.microsoft.com/office/drawing/2014/main" id="{10493B11-6316-6D19-5C88-D467C3A68BE9}"/>
              </a:ext>
            </a:extLst>
          </p:cNvPr>
          <p:cNvSpPr txBox="1"/>
          <p:nvPr/>
        </p:nvSpPr>
        <p:spPr>
          <a:xfrm>
            <a:off x="5391763" y="3613391"/>
            <a:ext cx="3212685" cy="338554"/>
          </a:xfrm>
          <a:prstGeom prst="rect">
            <a:avLst/>
          </a:prstGeom>
          <a:noFill/>
        </p:spPr>
        <p:txBody>
          <a:bodyPr wrap="square" lIns="0" rIns="0" rtlCol="0" anchor="ctr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600" b="1" dirty="0">
                <a:solidFill>
                  <a:srgbClr val="71B206"/>
                </a:solidFill>
                <a:latin typeface="Gill Sans MT"/>
                <a:ea typeface="Lato ExtraBold" panose="020F0502020204030204" pitchFamily="34" charset="0"/>
                <a:cs typeface="Lato ExtraBold" panose="020F0502020204030204" pitchFamily="34" charset="0"/>
              </a:rPr>
              <a:t>HUMAN RESOURCE</a:t>
            </a:r>
            <a:endParaRPr kumimoji="0" lang="en-US" sz="1600" b="1" i="0" u="none" strike="noStrike" kern="1200" cap="none" spc="0" normalizeH="0" baseline="0" noProof="0" dirty="0">
              <a:ln>
                <a:noFill/>
              </a:ln>
              <a:solidFill>
                <a:srgbClr val="71B206"/>
              </a:solidFill>
              <a:effectLst/>
              <a:uLnTx/>
              <a:uFillTx/>
              <a:latin typeface="Gill Sans MT"/>
              <a:ea typeface="Lato ExtraBold" panose="020F0502020204030204" pitchFamily="34" charset="0"/>
              <a:cs typeface="Lato ExtraBold" panose="020F050202020403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529735D-CCAE-8622-50B3-BA7DA0BE57AB}"/>
              </a:ext>
            </a:extLst>
          </p:cNvPr>
          <p:cNvSpPr txBox="1"/>
          <p:nvPr/>
        </p:nvSpPr>
        <p:spPr>
          <a:xfrm>
            <a:off x="5373835" y="1336383"/>
            <a:ext cx="3230614" cy="830997"/>
          </a:xfrm>
          <a:prstGeom prst="rect">
            <a:avLst/>
          </a:prstGeom>
          <a:noFill/>
        </p:spPr>
        <p:txBody>
          <a:bodyPr wrap="square" lIns="0" rIns="0" rtlCol="0" anchor="ctr">
            <a:spAutoFit/>
          </a:bodyPr>
          <a:lstStyle/>
          <a:p>
            <a:pPr marL="171450" marR="0" lvl="0" indent="-17145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200" dirty="0">
                <a:solidFill>
                  <a:srgbClr val="4D4D4F">
                    <a:lumMod val="50000"/>
                  </a:srgbClr>
                </a:solidFill>
                <a:latin typeface="Gill Sans MT"/>
              </a:rPr>
              <a:t>Serves as a frontline or an intermediary between VEGH and its customers.</a:t>
            </a:r>
          </a:p>
          <a:p>
            <a:pPr marL="171450" marR="0" lvl="0" indent="-17145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4D4D4F">
                    <a:lumMod val="50000"/>
                  </a:srgbClr>
                </a:solidFill>
                <a:effectLst/>
                <a:uLnTx/>
                <a:uFillTx/>
                <a:latin typeface="Gill Sans MT"/>
                <a:ea typeface="ＭＳ Ｐゴシック" pitchFamily="3" charset="-128"/>
              </a:rPr>
              <a:t>Call Management, Order placement, product diversions, etc.</a:t>
            </a: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39B1A5AB-38AA-A182-B661-224F9D42A21E}"/>
              </a:ext>
            </a:extLst>
          </p:cNvPr>
          <p:cNvGrpSpPr/>
          <p:nvPr/>
        </p:nvGrpSpPr>
        <p:grpSpPr>
          <a:xfrm>
            <a:off x="539552" y="3392592"/>
            <a:ext cx="3187532" cy="990867"/>
            <a:chOff x="1590924" y="1048304"/>
            <a:chExt cx="2717879" cy="1050942"/>
          </a:xfrm>
        </p:grpSpPr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93593844-25A1-A156-4FDD-31559286EA28}"/>
                </a:ext>
              </a:extLst>
            </p:cNvPr>
            <p:cNvSpPr txBox="1"/>
            <p:nvPr/>
          </p:nvSpPr>
          <p:spPr>
            <a:xfrm>
              <a:off x="1728900" y="1048304"/>
              <a:ext cx="2360232" cy="359080"/>
            </a:xfrm>
            <a:prstGeom prst="rect">
              <a:avLst/>
            </a:prstGeom>
            <a:noFill/>
          </p:spPr>
          <p:txBody>
            <a:bodyPr wrap="square" lIns="0" rIns="0" rtlCol="0" anchor="ctr">
              <a:sp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600" b="1" dirty="0">
                  <a:solidFill>
                    <a:srgbClr val="7CBE30"/>
                  </a:solidFill>
                  <a:latin typeface="Gill Sans MT"/>
                  <a:ea typeface="Lato ExtraBold" panose="020F0502020204030204" pitchFamily="34" charset="0"/>
                  <a:cs typeface="Lato ExtraBold" panose="020F0502020204030204" pitchFamily="34" charset="0"/>
                </a:rPr>
                <a:t>FINANCE</a:t>
              </a:r>
              <a:endPara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7CBE30"/>
                </a:solidFill>
                <a:effectLst/>
                <a:uLnTx/>
                <a:uFillTx/>
                <a:latin typeface="Gill Sans MT"/>
                <a:ea typeface="Lato ExtraBold" panose="020F0502020204030204" pitchFamily="34" charset="0"/>
                <a:cs typeface="Lato ExtraBold" panose="020F0502020204030204" pitchFamily="34" charset="0"/>
              </a:endParaRP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B879F1A0-C4D0-F3F2-C39C-D5B7A429924E}"/>
                </a:ext>
              </a:extLst>
            </p:cNvPr>
            <p:cNvSpPr txBox="1"/>
            <p:nvPr/>
          </p:nvSpPr>
          <p:spPr>
            <a:xfrm>
              <a:off x="1590924" y="1413729"/>
              <a:ext cx="2717879" cy="685517"/>
            </a:xfrm>
            <a:prstGeom prst="rect">
              <a:avLst/>
            </a:prstGeom>
            <a:noFill/>
          </p:spPr>
          <p:txBody>
            <a:bodyPr wrap="square" lIns="0" rIns="0" rtlCol="0" anchor="ctr">
              <a:spAutoFit/>
            </a:bodyPr>
            <a:lstStyle/>
            <a:p>
              <a:pPr marL="171450" marR="0" lvl="0" indent="-171450" algn="just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lang="en-US" sz="1200" dirty="0">
                  <a:solidFill>
                    <a:srgbClr val="4D4D4F">
                      <a:lumMod val="50000"/>
                    </a:srgbClr>
                  </a:solidFill>
                  <a:latin typeface="Gill Sans MT"/>
                </a:rPr>
                <a:t>Supports the business with financial plans.</a:t>
              </a:r>
            </a:p>
            <a:p>
              <a:pPr marL="171450" marR="0" lvl="0" indent="-171450" algn="just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4D4D4F">
                      <a:lumMod val="50000"/>
                    </a:srgbClr>
                  </a:solidFill>
                  <a:effectLst/>
                  <a:uLnTx/>
                  <a:uFillTx/>
                  <a:latin typeface="Gill Sans MT"/>
                  <a:ea typeface="ＭＳ Ｐゴシック" pitchFamily="3" charset="-128"/>
                </a:rPr>
                <a:t>Records all business transactions.</a:t>
              </a:r>
            </a:p>
            <a:p>
              <a:pPr marL="171450" marR="0" lvl="0" indent="-171450" algn="just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lang="en-US" sz="1200" dirty="0">
                  <a:solidFill>
                    <a:srgbClr val="4D4D4F">
                      <a:lumMod val="50000"/>
                    </a:srgbClr>
                  </a:solidFill>
                  <a:latin typeface="Gill Sans MT"/>
                </a:rPr>
                <a:t>Planning and Budgeting</a:t>
              </a: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4D4D4F">
                    <a:lumMod val="50000"/>
                  </a:srgbClr>
                </a:solidFill>
                <a:effectLst/>
                <a:uLnTx/>
                <a:uFillTx/>
                <a:latin typeface="Gill Sans MT"/>
                <a:ea typeface="ＭＳ Ｐゴシック" pitchFamily="3" charset="-128"/>
              </a:endParaRPr>
            </a:p>
          </p:txBody>
        </p:sp>
      </p:grpSp>
      <p:sp>
        <p:nvSpPr>
          <p:cNvPr id="46" name="TextBox 45">
            <a:extLst>
              <a:ext uri="{FF2B5EF4-FFF2-40B4-BE49-F238E27FC236}">
                <a16:creationId xmlns:a16="http://schemas.microsoft.com/office/drawing/2014/main" id="{12247BF2-40DC-4B35-92D3-FFD260EB0889}"/>
              </a:ext>
            </a:extLst>
          </p:cNvPr>
          <p:cNvSpPr txBox="1"/>
          <p:nvPr/>
        </p:nvSpPr>
        <p:spPr>
          <a:xfrm rot="10800000" flipV="1">
            <a:off x="5436026" y="3861191"/>
            <a:ext cx="3555573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marR="0" lvl="0" indent="-17145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200" dirty="0">
                <a:solidFill>
                  <a:srgbClr val="4D4D4F">
                    <a:lumMod val="50000"/>
                  </a:srgbClr>
                </a:solidFill>
                <a:latin typeface="Gill Sans MT"/>
              </a:rPr>
              <a:t>Manages the Human resource in VEGH.</a:t>
            </a:r>
          </a:p>
          <a:p>
            <a:pPr marL="171450" marR="0" lvl="0" indent="-17145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4D4D4F">
                    <a:lumMod val="50000"/>
                  </a:srgbClr>
                </a:solidFill>
                <a:effectLst/>
                <a:uLnTx/>
                <a:uFillTx/>
                <a:latin typeface="Gill Sans MT"/>
                <a:ea typeface="ＭＳ Ｐゴシック" pitchFamily="3" charset="-128"/>
              </a:rPr>
              <a:t>Provides strategic planning for staffing, conducting interviews, and hiring personnel to foster a productive work atmosphere.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8A89649B-541A-47BB-B641-9B5B43EBA002}"/>
              </a:ext>
            </a:extLst>
          </p:cNvPr>
          <p:cNvSpPr txBox="1"/>
          <p:nvPr/>
        </p:nvSpPr>
        <p:spPr>
          <a:xfrm>
            <a:off x="5724127" y="1051291"/>
            <a:ext cx="245168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600" b="1" dirty="0">
                <a:solidFill>
                  <a:srgbClr val="72B432"/>
                </a:solidFill>
                <a:latin typeface="Gill Sans MT"/>
                <a:ea typeface="Lato ExtraBold" panose="020F0502020204030204" pitchFamily="34" charset="0"/>
                <a:cs typeface="Lato ExtraBold" panose="020F0502020204030204" pitchFamily="34" charset="0"/>
              </a:rPr>
              <a:t>CUSTOMER SERVICE</a:t>
            </a:r>
            <a:endParaRPr kumimoji="0" lang="en-US" sz="1600" b="1" i="0" u="none" strike="noStrike" kern="1200" cap="none" spc="0" normalizeH="0" baseline="0" noProof="0" dirty="0">
              <a:ln>
                <a:noFill/>
              </a:ln>
              <a:solidFill>
                <a:srgbClr val="72B432"/>
              </a:solidFill>
              <a:effectLst/>
              <a:uLnTx/>
              <a:uFillTx/>
              <a:latin typeface="Gill Sans MT"/>
              <a:ea typeface="Lato ExtraBold" panose="020F0502020204030204" pitchFamily="34" charset="0"/>
              <a:cs typeface="Lato ExtraBold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294774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2E97E04D-A94B-414F-A589-49F2B9BDF2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ON SITE OPERATIONS</a:t>
            </a:r>
          </a:p>
        </p:txBody>
      </p:sp>
      <p:graphicFrame>
        <p:nvGraphicFramePr>
          <p:cNvPr id="12" name="Content Placeholder 4">
            <a:extLst>
              <a:ext uri="{FF2B5EF4-FFF2-40B4-BE49-F238E27FC236}">
                <a16:creationId xmlns:a16="http://schemas.microsoft.com/office/drawing/2014/main" id="{30571D99-34F3-4C09-9538-12EBAFEAA991}"/>
              </a:ext>
            </a:extLst>
          </p:cNvPr>
          <p:cNvGraphicFramePr>
            <a:graphicFrameLocks/>
          </p:cNvGraphicFramePr>
          <p:nvPr/>
        </p:nvGraphicFramePr>
        <p:xfrm>
          <a:off x="3563888" y="717432"/>
          <a:ext cx="5328592" cy="37265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6" name="Picture 5" descr="A gas station with cars parked in front of it&#10;&#10;Description automatically generated">
            <a:extLst>
              <a:ext uri="{FF2B5EF4-FFF2-40B4-BE49-F238E27FC236}">
                <a16:creationId xmlns:a16="http://schemas.microsoft.com/office/drawing/2014/main" id="{F571F031-B58A-485F-9171-1323EC408FD2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5142" y="791126"/>
            <a:ext cx="3656486" cy="17543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27095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2BFAE1-45D3-4B3B-81D2-0BF25FA84F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>
                <a:solidFill>
                  <a:schemeClr val="bg1"/>
                </a:solidFill>
                <a:latin typeface="+mn-lt"/>
              </a:rPr>
              <a:t>ON SITE OPERATIONS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67D1382C-8DC3-D680-1A92-BE6315BAEAEC}"/>
              </a:ext>
            </a:extLst>
          </p:cNvPr>
          <p:cNvGrpSpPr/>
          <p:nvPr/>
        </p:nvGrpSpPr>
        <p:grpSpPr>
          <a:xfrm>
            <a:off x="120326" y="681899"/>
            <a:ext cx="3443562" cy="1111213"/>
            <a:chOff x="146946" y="1162546"/>
            <a:chExt cx="1922902" cy="2367493"/>
          </a:xfrm>
        </p:grpSpPr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E0117583-29C9-81E5-D4AE-D65F08201825}"/>
                </a:ext>
              </a:extLst>
            </p:cNvPr>
            <p:cNvGrpSpPr/>
            <p:nvPr/>
          </p:nvGrpSpPr>
          <p:grpSpPr>
            <a:xfrm>
              <a:off x="146946" y="1162546"/>
              <a:ext cx="564294" cy="1510680"/>
              <a:chOff x="547682" y="1878453"/>
              <a:chExt cx="752393" cy="2014241"/>
            </a:xfrm>
          </p:grpSpPr>
          <p:sp>
            <p:nvSpPr>
              <p:cNvPr id="37" name="Circle">
                <a:extLst>
                  <a:ext uri="{FF2B5EF4-FFF2-40B4-BE49-F238E27FC236}">
                    <a16:creationId xmlns:a16="http://schemas.microsoft.com/office/drawing/2014/main" id="{8EB7380F-3866-04EA-3EBB-F4EC9C91C14F}"/>
                  </a:ext>
                </a:extLst>
              </p:cNvPr>
              <p:cNvSpPr/>
              <p:nvPr/>
            </p:nvSpPr>
            <p:spPr>
              <a:xfrm>
                <a:off x="547682" y="1878453"/>
                <a:ext cx="752393" cy="2014241"/>
              </a:xfrm>
              <a:prstGeom prst="ellipse">
                <a:avLst/>
              </a:prstGeom>
              <a:solidFill>
                <a:schemeClr val="tx2"/>
              </a:solidFill>
              <a:ln w="12700">
                <a:miter lim="400000"/>
              </a:ln>
            </p:spPr>
            <p:txBody>
              <a:bodyPr lIns="21431" tIns="21431" rIns="21431" bIns="21431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defRPr sz="3000">
                    <a:solidFill>
                      <a:srgbClr val="FFFFFF"/>
                    </a:solidFill>
                  </a:defRPr>
                </a:pPr>
                <a:endParaRPr sz="1200">
                  <a:solidFill>
                    <a:srgbClr val="4D4D4F"/>
                  </a:solidFill>
                </a:endParaRPr>
              </a:p>
            </p:txBody>
          </p:sp>
          <p:sp>
            <p:nvSpPr>
              <p:cNvPr id="38" name="Shape">
                <a:extLst>
                  <a:ext uri="{FF2B5EF4-FFF2-40B4-BE49-F238E27FC236}">
                    <a16:creationId xmlns:a16="http://schemas.microsoft.com/office/drawing/2014/main" id="{1D3F4D56-0C86-5F88-55CF-7EABD1F99E7D}"/>
                  </a:ext>
                </a:extLst>
              </p:cNvPr>
              <p:cNvSpPr/>
              <p:nvPr/>
            </p:nvSpPr>
            <p:spPr>
              <a:xfrm>
                <a:off x="595319" y="2032179"/>
                <a:ext cx="657120" cy="173739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0800" y="0"/>
                    </a:moveTo>
                    <a:cubicBezTo>
                      <a:pt x="4837" y="0"/>
                      <a:pt x="0" y="4837"/>
                      <a:pt x="0" y="10800"/>
                    </a:cubicBezTo>
                    <a:cubicBezTo>
                      <a:pt x="0" y="15496"/>
                      <a:pt x="3029" y="19510"/>
                      <a:pt x="7231" y="20990"/>
                    </a:cubicBezTo>
                    <a:cubicBezTo>
                      <a:pt x="7513" y="21083"/>
                      <a:pt x="7818" y="21177"/>
                      <a:pt x="8123" y="21271"/>
                    </a:cubicBezTo>
                    <a:cubicBezTo>
                      <a:pt x="8992" y="21483"/>
                      <a:pt x="9884" y="21600"/>
                      <a:pt x="10800" y="21600"/>
                    </a:cubicBezTo>
                    <a:cubicBezTo>
                      <a:pt x="16763" y="21600"/>
                      <a:pt x="21600" y="16763"/>
                      <a:pt x="21600" y="10800"/>
                    </a:cubicBezTo>
                    <a:cubicBezTo>
                      <a:pt x="21600" y="4837"/>
                      <a:pt x="16763" y="0"/>
                      <a:pt x="10800" y="0"/>
                    </a:cubicBezTo>
                    <a:close/>
                    <a:moveTo>
                      <a:pt x="10800" y="20637"/>
                    </a:moveTo>
                    <a:cubicBezTo>
                      <a:pt x="9955" y="20637"/>
                      <a:pt x="9133" y="20520"/>
                      <a:pt x="8358" y="20332"/>
                    </a:cubicBezTo>
                    <a:lnTo>
                      <a:pt x="8358" y="7677"/>
                    </a:lnTo>
                    <a:lnTo>
                      <a:pt x="7490" y="7677"/>
                    </a:lnTo>
                    <a:lnTo>
                      <a:pt x="4156" y="9227"/>
                    </a:lnTo>
                    <a:lnTo>
                      <a:pt x="4414" y="10190"/>
                    </a:lnTo>
                    <a:lnTo>
                      <a:pt x="7231" y="8969"/>
                    </a:lnTo>
                    <a:lnTo>
                      <a:pt x="7231" y="19980"/>
                    </a:lnTo>
                    <a:cubicBezTo>
                      <a:pt x="3545" y="18548"/>
                      <a:pt x="939" y="14979"/>
                      <a:pt x="939" y="10800"/>
                    </a:cubicBezTo>
                    <a:cubicBezTo>
                      <a:pt x="939" y="5353"/>
                      <a:pt x="5353" y="939"/>
                      <a:pt x="10800" y="939"/>
                    </a:cubicBezTo>
                    <a:cubicBezTo>
                      <a:pt x="16247" y="939"/>
                      <a:pt x="20661" y="5353"/>
                      <a:pt x="20661" y="10800"/>
                    </a:cubicBezTo>
                    <a:cubicBezTo>
                      <a:pt x="20661" y="16247"/>
                      <a:pt x="16247" y="20637"/>
                      <a:pt x="10800" y="20637"/>
                    </a:cubicBezTo>
                    <a:close/>
                  </a:path>
                </a:pathLst>
              </a:custGeom>
              <a:solidFill>
                <a:schemeClr val="accent4"/>
              </a:solidFill>
              <a:ln w="12700">
                <a:miter lim="400000"/>
              </a:ln>
            </p:spPr>
            <p:txBody>
              <a:bodyPr lIns="21431" tIns="21431" rIns="21431" bIns="21431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defRPr sz="3000">
                    <a:solidFill>
                      <a:srgbClr val="FFFFFF"/>
                    </a:solidFill>
                  </a:defRPr>
                </a:pPr>
                <a:endParaRPr sz="1200">
                  <a:solidFill>
                    <a:srgbClr val="4D4D4F"/>
                  </a:solidFill>
                </a:endParaRPr>
              </a:p>
            </p:txBody>
          </p:sp>
        </p:grp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6ECCA964-D069-82F7-6DCA-E0C5A1149145}"/>
                </a:ext>
              </a:extLst>
            </p:cNvPr>
            <p:cNvSpPr txBox="1"/>
            <p:nvPr/>
          </p:nvSpPr>
          <p:spPr>
            <a:xfrm>
              <a:off x="760995" y="1366120"/>
              <a:ext cx="1308853" cy="2163919"/>
            </a:xfrm>
            <a:prstGeom prst="rect">
              <a:avLst/>
            </a:prstGeom>
            <a:noFill/>
          </p:spPr>
          <p:txBody>
            <a:bodyPr wrap="square" lIns="0" rIns="0" rtlCol="0" anchor="t">
              <a:spAutoFit/>
            </a:bodyPr>
            <a:lstStyle/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200" noProof="1">
                  <a:solidFill>
                    <a:srgbClr val="4D4D4F"/>
                  </a:solidFill>
                  <a:latin typeface="+mn-lt"/>
                </a:rPr>
                <a:t>Sites are managed by Site managers and/or QHMs.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200" noProof="1">
                  <a:solidFill>
                    <a:srgbClr val="4D4D4F"/>
                  </a:solidFill>
                  <a:latin typeface="+mn-lt"/>
                </a:rPr>
                <a:t>RFC, GEA, VOC.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200" noProof="1">
                  <a:solidFill>
                    <a:srgbClr val="4D4D4F"/>
                  </a:solidFill>
                  <a:latin typeface="+mn-lt"/>
                </a:rPr>
                <a:t>Records keeping.</a:t>
              </a:r>
            </a:p>
            <a:p>
              <a:endParaRPr lang="en-US" sz="1200" noProof="1">
                <a:solidFill>
                  <a:srgbClr val="4D4D4F"/>
                </a:solidFill>
                <a:latin typeface="+mn-lt"/>
              </a:endParaRP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F26BF359-5186-9A59-37BF-D57EE1EA9D9B}"/>
              </a:ext>
            </a:extLst>
          </p:cNvPr>
          <p:cNvGrpSpPr/>
          <p:nvPr/>
        </p:nvGrpSpPr>
        <p:grpSpPr>
          <a:xfrm>
            <a:off x="683568" y="3492866"/>
            <a:ext cx="3351588" cy="1255122"/>
            <a:chOff x="274664" y="4786700"/>
            <a:chExt cx="3465022" cy="1417821"/>
          </a:xfrm>
        </p:grpSpPr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083D228C-5E77-5372-0E82-1D40D494BE0B}"/>
                </a:ext>
              </a:extLst>
            </p:cNvPr>
            <p:cNvGrpSpPr/>
            <p:nvPr/>
          </p:nvGrpSpPr>
          <p:grpSpPr>
            <a:xfrm>
              <a:off x="274664" y="4786700"/>
              <a:ext cx="1242173" cy="1242173"/>
              <a:chOff x="4339009" y="2047076"/>
              <a:chExt cx="1656231" cy="1656231"/>
            </a:xfrm>
          </p:grpSpPr>
          <p:sp>
            <p:nvSpPr>
              <p:cNvPr id="33" name="Circle">
                <a:extLst>
                  <a:ext uri="{FF2B5EF4-FFF2-40B4-BE49-F238E27FC236}">
                    <a16:creationId xmlns:a16="http://schemas.microsoft.com/office/drawing/2014/main" id="{ECC60B65-2032-7AA9-577A-B612B9FC8E4E}"/>
                  </a:ext>
                </a:extLst>
              </p:cNvPr>
              <p:cNvSpPr/>
              <p:nvPr/>
            </p:nvSpPr>
            <p:spPr>
              <a:xfrm>
                <a:off x="4339009" y="2047076"/>
                <a:ext cx="1656231" cy="1656231"/>
              </a:xfrm>
              <a:prstGeom prst="ellipse">
                <a:avLst/>
              </a:prstGeom>
              <a:solidFill>
                <a:schemeClr val="tx2"/>
              </a:solidFill>
              <a:ln w="12700">
                <a:miter lim="400000"/>
              </a:ln>
            </p:spPr>
            <p:txBody>
              <a:bodyPr lIns="21431" tIns="21431" rIns="21431" bIns="21431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defRPr sz="3000">
                    <a:solidFill>
                      <a:srgbClr val="FFFFFF"/>
                    </a:solidFill>
                  </a:defRPr>
                </a:pPr>
                <a:endParaRPr sz="1200">
                  <a:solidFill>
                    <a:srgbClr val="4D4D4F"/>
                  </a:solidFill>
                </a:endParaRPr>
              </a:p>
            </p:txBody>
          </p:sp>
          <p:sp>
            <p:nvSpPr>
              <p:cNvPr id="34" name="Shape">
                <a:extLst>
                  <a:ext uri="{FF2B5EF4-FFF2-40B4-BE49-F238E27FC236}">
                    <a16:creationId xmlns:a16="http://schemas.microsoft.com/office/drawing/2014/main" id="{1EDC03E4-592C-352E-A8B5-C2CFF2E1EB29}"/>
                  </a:ext>
                </a:extLst>
              </p:cNvPr>
              <p:cNvSpPr/>
              <p:nvPr/>
            </p:nvSpPr>
            <p:spPr>
              <a:xfrm>
                <a:off x="4442916" y="2150983"/>
                <a:ext cx="1448417" cy="144841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0800" y="0"/>
                    </a:moveTo>
                    <a:cubicBezTo>
                      <a:pt x="4837" y="0"/>
                      <a:pt x="0" y="4837"/>
                      <a:pt x="0" y="10800"/>
                    </a:cubicBezTo>
                    <a:cubicBezTo>
                      <a:pt x="0" y="16763"/>
                      <a:pt x="4837" y="21600"/>
                      <a:pt x="10800" y="21600"/>
                    </a:cubicBezTo>
                    <a:cubicBezTo>
                      <a:pt x="11575" y="21600"/>
                      <a:pt x="12350" y="21506"/>
                      <a:pt x="13077" y="21365"/>
                    </a:cubicBezTo>
                    <a:cubicBezTo>
                      <a:pt x="14697" y="21013"/>
                      <a:pt x="16177" y="20309"/>
                      <a:pt x="17444" y="19299"/>
                    </a:cubicBezTo>
                    <a:cubicBezTo>
                      <a:pt x="19957" y="17327"/>
                      <a:pt x="21600" y="14251"/>
                      <a:pt x="21600" y="10800"/>
                    </a:cubicBezTo>
                    <a:cubicBezTo>
                      <a:pt x="21600" y="4837"/>
                      <a:pt x="16763" y="0"/>
                      <a:pt x="10800" y="0"/>
                    </a:cubicBezTo>
                    <a:close/>
                    <a:moveTo>
                      <a:pt x="17843" y="17679"/>
                    </a:moveTo>
                    <a:cubicBezTo>
                      <a:pt x="17843" y="17632"/>
                      <a:pt x="17843" y="17585"/>
                      <a:pt x="17843" y="17538"/>
                    </a:cubicBezTo>
                    <a:cubicBezTo>
                      <a:pt x="17843" y="16717"/>
                      <a:pt x="17585" y="16012"/>
                      <a:pt x="17069" y="15449"/>
                    </a:cubicBezTo>
                    <a:cubicBezTo>
                      <a:pt x="16552" y="14862"/>
                      <a:pt x="15918" y="14463"/>
                      <a:pt x="15120" y="14251"/>
                    </a:cubicBezTo>
                    <a:cubicBezTo>
                      <a:pt x="15754" y="14017"/>
                      <a:pt x="16270" y="13641"/>
                      <a:pt x="16717" y="13077"/>
                    </a:cubicBezTo>
                    <a:cubicBezTo>
                      <a:pt x="17139" y="12537"/>
                      <a:pt x="17350" y="11833"/>
                      <a:pt x="17350" y="10988"/>
                    </a:cubicBezTo>
                    <a:cubicBezTo>
                      <a:pt x="17350" y="10471"/>
                      <a:pt x="17257" y="10002"/>
                      <a:pt x="17069" y="9579"/>
                    </a:cubicBezTo>
                    <a:cubicBezTo>
                      <a:pt x="16881" y="9157"/>
                      <a:pt x="16599" y="8781"/>
                      <a:pt x="16247" y="8476"/>
                    </a:cubicBezTo>
                    <a:cubicBezTo>
                      <a:pt x="15895" y="8170"/>
                      <a:pt x="15472" y="7912"/>
                      <a:pt x="15003" y="7724"/>
                    </a:cubicBezTo>
                    <a:cubicBezTo>
                      <a:pt x="14510" y="7537"/>
                      <a:pt x="13970" y="7466"/>
                      <a:pt x="13383" y="7466"/>
                    </a:cubicBezTo>
                    <a:cubicBezTo>
                      <a:pt x="12796" y="7466"/>
                      <a:pt x="12209" y="7537"/>
                      <a:pt x="11645" y="7677"/>
                    </a:cubicBezTo>
                    <a:cubicBezTo>
                      <a:pt x="11082" y="7818"/>
                      <a:pt x="10518" y="8077"/>
                      <a:pt x="9978" y="8429"/>
                    </a:cubicBezTo>
                    <a:lnTo>
                      <a:pt x="10354" y="9274"/>
                    </a:lnTo>
                    <a:cubicBezTo>
                      <a:pt x="10917" y="8945"/>
                      <a:pt x="11434" y="8710"/>
                      <a:pt x="11880" y="8570"/>
                    </a:cubicBezTo>
                    <a:cubicBezTo>
                      <a:pt x="12326" y="8452"/>
                      <a:pt x="12796" y="8382"/>
                      <a:pt x="13312" y="8382"/>
                    </a:cubicBezTo>
                    <a:cubicBezTo>
                      <a:pt x="14228" y="8382"/>
                      <a:pt x="14932" y="8640"/>
                      <a:pt x="15449" y="9133"/>
                    </a:cubicBezTo>
                    <a:cubicBezTo>
                      <a:pt x="15965" y="9626"/>
                      <a:pt x="16223" y="10260"/>
                      <a:pt x="16223" y="11058"/>
                    </a:cubicBezTo>
                    <a:cubicBezTo>
                      <a:pt x="16223" y="11528"/>
                      <a:pt x="16130" y="11927"/>
                      <a:pt x="15942" y="12279"/>
                    </a:cubicBezTo>
                    <a:cubicBezTo>
                      <a:pt x="15754" y="12631"/>
                      <a:pt x="15496" y="12913"/>
                      <a:pt x="15167" y="13171"/>
                    </a:cubicBezTo>
                    <a:cubicBezTo>
                      <a:pt x="14838" y="13430"/>
                      <a:pt x="14463" y="13594"/>
                      <a:pt x="14040" y="13735"/>
                    </a:cubicBezTo>
                    <a:cubicBezTo>
                      <a:pt x="13617" y="13852"/>
                      <a:pt x="13171" y="13923"/>
                      <a:pt x="12678" y="13923"/>
                    </a:cubicBezTo>
                    <a:lnTo>
                      <a:pt x="11410" y="13923"/>
                    </a:lnTo>
                    <a:lnTo>
                      <a:pt x="11410" y="14838"/>
                    </a:lnTo>
                    <a:lnTo>
                      <a:pt x="13101" y="14838"/>
                    </a:lnTo>
                    <a:cubicBezTo>
                      <a:pt x="14134" y="14838"/>
                      <a:pt x="14979" y="15073"/>
                      <a:pt x="15637" y="15566"/>
                    </a:cubicBezTo>
                    <a:cubicBezTo>
                      <a:pt x="16294" y="16036"/>
                      <a:pt x="16623" y="16717"/>
                      <a:pt x="16623" y="17562"/>
                    </a:cubicBezTo>
                    <a:cubicBezTo>
                      <a:pt x="16623" y="18055"/>
                      <a:pt x="16529" y="18571"/>
                      <a:pt x="16200" y="18947"/>
                    </a:cubicBezTo>
                    <a:cubicBezTo>
                      <a:pt x="15848" y="19323"/>
                      <a:pt x="15308" y="19557"/>
                      <a:pt x="14862" y="19769"/>
                    </a:cubicBezTo>
                    <a:cubicBezTo>
                      <a:pt x="14369" y="19980"/>
                      <a:pt x="13876" y="20168"/>
                      <a:pt x="13359" y="20309"/>
                    </a:cubicBezTo>
                    <a:cubicBezTo>
                      <a:pt x="13242" y="20332"/>
                      <a:pt x="13101" y="20379"/>
                      <a:pt x="12983" y="20403"/>
                    </a:cubicBezTo>
                    <a:cubicBezTo>
                      <a:pt x="12256" y="20567"/>
                      <a:pt x="11528" y="20661"/>
                      <a:pt x="10753" y="20661"/>
                    </a:cubicBezTo>
                    <a:cubicBezTo>
                      <a:pt x="10401" y="20661"/>
                      <a:pt x="10049" y="20637"/>
                      <a:pt x="9720" y="20614"/>
                    </a:cubicBezTo>
                    <a:cubicBezTo>
                      <a:pt x="4766" y="20097"/>
                      <a:pt x="892" y="15895"/>
                      <a:pt x="892" y="10800"/>
                    </a:cubicBezTo>
                    <a:cubicBezTo>
                      <a:pt x="892" y="5353"/>
                      <a:pt x="5306" y="939"/>
                      <a:pt x="10753" y="939"/>
                    </a:cubicBezTo>
                    <a:cubicBezTo>
                      <a:pt x="16200" y="939"/>
                      <a:pt x="20614" y="5353"/>
                      <a:pt x="20614" y="10800"/>
                    </a:cubicBezTo>
                    <a:cubicBezTo>
                      <a:pt x="20661" y="13477"/>
                      <a:pt x="19581" y="15895"/>
                      <a:pt x="17843" y="17679"/>
                    </a:cubicBezTo>
                    <a:close/>
                  </a:path>
                </a:pathLst>
              </a:custGeom>
              <a:solidFill>
                <a:schemeClr val="accent5">
                  <a:lumMod val="60000"/>
                  <a:lumOff val="40000"/>
                </a:schemeClr>
              </a:solidFill>
              <a:ln w="12700">
                <a:miter lim="400000"/>
              </a:ln>
            </p:spPr>
            <p:txBody>
              <a:bodyPr lIns="21431" tIns="21431" rIns="21431" bIns="21431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defRPr sz="3000">
                    <a:solidFill>
                      <a:srgbClr val="FFFFFF"/>
                    </a:solidFill>
                  </a:defRPr>
                </a:pPr>
                <a:endParaRPr sz="1200">
                  <a:solidFill>
                    <a:srgbClr val="4D4D4F"/>
                  </a:solidFill>
                </a:endParaRPr>
              </a:p>
            </p:txBody>
          </p:sp>
        </p:grp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8E0106E6-0A22-0FD0-99FC-DB0B0EF7120B}"/>
                </a:ext>
              </a:extLst>
            </p:cNvPr>
            <p:cNvSpPr txBox="1"/>
            <p:nvPr/>
          </p:nvSpPr>
          <p:spPr>
            <a:xfrm>
              <a:off x="1604527" y="5057200"/>
              <a:ext cx="2135159" cy="1147321"/>
            </a:xfrm>
            <a:prstGeom prst="rect">
              <a:avLst/>
            </a:prstGeom>
            <a:noFill/>
          </p:spPr>
          <p:txBody>
            <a:bodyPr wrap="square" lIns="0" rIns="0" rtlCol="0" anchor="t">
              <a:spAutoFit/>
            </a:bodyPr>
            <a:lstStyle/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200" noProof="1">
                  <a:solidFill>
                    <a:srgbClr val="4D4D4F"/>
                  </a:solidFill>
                  <a:latin typeface="+mn-lt"/>
                </a:rPr>
                <a:t>Opening and closing dips.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200" noProof="1">
                  <a:solidFill>
                    <a:srgbClr val="4D4D4F"/>
                  </a:solidFill>
                  <a:latin typeface="+mn-lt"/>
                </a:rPr>
                <a:t>Wet stock management.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200" noProof="1">
                  <a:solidFill>
                    <a:srgbClr val="4D4D4F"/>
                  </a:solidFill>
                  <a:latin typeface="+mn-lt"/>
                </a:rPr>
                <a:t>Daily lubes check on MDU.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200" noProof="1">
                  <a:solidFill>
                    <a:srgbClr val="4D4D4F"/>
                  </a:solidFill>
                  <a:latin typeface="+mn-lt"/>
                </a:rPr>
                <a:t>Opening and closing of meter sales reading.</a:t>
              </a: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548CAABA-67B2-22E5-EBED-90109ECC4C5E}"/>
              </a:ext>
            </a:extLst>
          </p:cNvPr>
          <p:cNvGrpSpPr/>
          <p:nvPr/>
        </p:nvGrpSpPr>
        <p:grpSpPr>
          <a:xfrm>
            <a:off x="6101077" y="1719432"/>
            <a:ext cx="2808309" cy="1200329"/>
            <a:chOff x="4117953" y="2837219"/>
            <a:chExt cx="3327655" cy="1429435"/>
          </a:xfrm>
        </p:grpSpPr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838AD61B-3757-70AA-73A4-EAEF67ED54E7}"/>
                </a:ext>
              </a:extLst>
            </p:cNvPr>
            <p:cNvGrpSpPr/>
            <p:nvPr/>
          </p:nvGrpSpPr>
          <p:grpSpPr>
            <a:xfrm>
              <a:off x="4117953" y="2846672"/>
              <a:ext cx="981905" cy="813232"/>
              <a:chOff x="7946918" y="2047076"/>
              <a:chExt cx="1309206" cy="1084309"/>
            </a:xfrm>
          </p:grpSpPr>
          <p:sp>
            <p:nvSpPr>
              <p:cNvPr id="29" name="Circle">
                <a:extLst>
                  <a:ext uri="{FF2B5EF4-FFF2-40B4-BE49-F238E27FC236}">
                    <a16:creationId xmlns:a16="http://schemas.microsoft.com/office/drawing/2014/main" id="{BB9D197E-DDBA-1879-44FC-4564E01CC1B9}"/>
                  </a:ext>
                </a:extLst>
              </p:cNvPr>
              <p:cNvSpPr/>
              <p:nvPr/>
            </p:nvSpPr>
            <p:spPr>
              <a:xfrm>
                <a:off x="7946918" y="2047076"/>
                <a:ext cx="1309206" cy="1084309"/>
              </a:xfrm>
              <a:prstGeom prst="ellipse">
                <a:avLst/>
              </a:prstGeom>
              <a:solidFill>
                <a:schemeClr val="tx2"/>
              </a:solidFill>
              <a:ln w="12700">
                <a:miter lim="400000"/>
              </a:ln>
            </p:spPr>
            <p:txBody>
              <a:bodyPr lIns="21431" tIns="21431" rIns="21431" bIns="21431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defRPr sz="3000">
                    <a:solidFill>
                      <a:srgbClr val="FFFFFF"/>
                    </a:solidFill>
                  </a:defRPr>
                </a:pPr>
                <a:endParaRPr sz="1200">
                  <a:solidFill>
                    <a:srgbClr val="4D4D4F"/>
                  </a:solidFill>
                </a:endParaRPr>
              </a:p>
            </p:txBody>
          </p:sp>
          <p:sp>
            <p:nvSpPr>
              <p:cNvPr id="30" name="Shape">
                <a:extLst>
                  <a:ext uri="{FF2B5EF4-FFF2-40B4-BE49-F238E27FC236}">
                    <a16:creationId xmlns:a16="http://schemas.microsoft.com/office/drawing/2014/main" id="{2A5FDC4B-9B39-33F3-FA14-539E4625896D}"/>
                  </a:ext>
                </a:extLst>
              </p:cNvPr>
              <p:cNvSpPr/>
              <p:nvPr/>
            </p:nvSpPr>
            <p:spPr>
              <a:xfrm>
                <a:off x="8050825" y="2151771"/>
                <a:ext cx="1062794" cy="86527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0800" y="0"/>
                    </a:moveTo>
                    <a:cubicBezTo>
                      <a:pt x="4837" y="0"/>
                      <a:pt x="0" y="4842"/>
                      <a:pt x="0" y="10812"/>
                    </a:cubicBezTo>
                    <a:cubicBezTo>
                      <a:pt x="0" y="14995"/>
                      <a:pt x="2395" y="18639"/>
                      <a:pt x="5893" y="20425"/>
                    </a:cubicBezTo>
                    <a:cubicBezTo>
                      <a:pt x="6621" y="20801"/>
                      <a:pt x="7396" y="21083"/>
                      <a:pt x="8217" y="21294"/>
                    </a:cubicBezTo>
                    <a:cubicBezTo>
                      <a:pt x="9039" y="21506"/>
                      <a:pt x="9908" y="21600"/>
                      <a:pt x="10800" y="21600"/>
                    </a:cubicBezTo>
                    <a:cubicBezTo>
                      <a:pt x="16763" y="21600"/>
                      <a:pt x="21600" y="16758"/>
                      <a:pt x="21600" y="10788"/>
                    </a:cubicBezTo>
                    <a:cubicBezTo>
                      <a:pt x="21600" y="4818"/>
                      <a:pt x="16763" y="0"/>
                      <a:pt x="10800" y="0"/>
                    </a:cubicBezTo>
                    <a:close/>
                    <a:moveTo>
                      <a:pt x="11669" y="20636"/>
                    </a:moveTo>
                    <a:cubicBezTo>
                      <a:pt x="11950" y="20495"/>
                      <a:pt x="12185" y="20331"/>
                      <a:pt x="12420" y="20119"/>
                    </a:cubicBezTo>
                    <a:cubicBezTo>
                      <a:pt x="12843" y="19743"/>
                      <a:pt x="13195" y="19297"/>
                      <a:pt x="13406" y="18780"/>
                    </a:cubicBezTo>
                    <a:cubicBezTo>
                      <a:pt x="13617" y="18262"/>
                      <a:pt x="13758" y="17675"/>
                      <a:pt x="13758" y="17017"/>
                    </a:cubicBezTo>
                    <a:cubicBezTo>
                      <a:pt x="13758" y="16359"/>
                      <a:pt x="13617" y="15795"/>
                      <a:pt x="13359" y="15301"/>
                    </a:cubicBezTo>
                    <a:cubicBezTo>
                      <a:pt x="13101" y="14807"/>
                      <a:pt x="12749" y="14384"/>
                      <a:pt x="12326" y="14032"/>
                    </a:cubicBezTo>
                    <a:cubicBezTo>
                      <a:pt x="11903" y="13703"/>
                      <a:pt x="11410" y="13444"/>
                      <a:pt x="10847" y="13256"/>
                    </a:cubicBezTo>
                    <a:cubicBezTo>
                      <a:pt x="10283" y="13092"/>
                      <a:pt x="9697" y="12998"/>
                      <a:pt x="9110" y="12998"/>
                    </a:cubicBezTo>
                    <a:cubicBezTo>
                      <a:pt x="8804" y="12998"/>
                      <a:pt x="8499" y="13021"/>
                      <a:pt x="8241" y="13045"/>
                    </a:cubicBezTo>
                    <a:cubicBezTo>
                      <a:pt x="7959" y="13068"/>
                      <a:pt x="7748" y="13115"/>
                      <a:pt x="7560" y="13139"/>
                    </a:cubicBezTo>
                    <a:lnTo>
                      <a:pt x="8053" y="8485"/>
                    </a:lnTo>
                    <a:lnTo>
                      <a:pt x="13477" y="8485"/>
                    </a:lnTo>
                    <a:lnTo>
                      <a:pt x="13477" y="7545"/>
                    </a:lnTo>
                    <a:lnTo>
                      <a:pt x="7161" y="7545"/>
                    </a:lnTo>
                    <a:lnTo>
                      <a:pt x="6480" y="14220"/>
                    </a:lnTo>
                    <a:cubicBezTo>
                      <a:pt x="6856" y="14102"/>
                      <a:pt x="7231" y="14032"/>
                      <a:pt x="7583" y="14008"/>
                    </a:cubicBezTo>
                    <a:cubicBezTo>
                      <a:pt x="7936" y="13961"/>
                      <a:pt x="8311" y="13961"/>
                      <a:pt x="8734" y="13961"/>
                    </a:cubicBezTo>
                    <a:cubicBezTo>
                      <a:pt x="9931" y="13961"/>
                      <a:pt x="10870" y="14243"/>
                      <a:pt x="11551" y="14831"/>
                    </a:cubicBezTo>
                    <a:cubicBezTo>
                      <a:pt x="12256" y="15395"/>
                      <a:pt x="12584" y="16171"/>
                      <a:pt x="12584" y="17134"/>
                    </a:cubicBezTo>
                    <a:cubicBezTo>
                      <a:pt x="12584" y="17698"/>
                      <a:pt x="12490" y="18192"/>
                      <a:pt x="12279" y="18615"/>
                    </a:cubicBezTo>
                    <a:cubicBezTo>
                      <a:pt x="12068" y="19015"/>
                      <a:pt x="11810" y="19367"/>
                      <a:pt x="11457" y="19626"/>
                    </a:cubicBezTo>
                    <a:cubicBezTo>
                      <a:pt x="11105" y="19908"/>
                      <a:pt x="10706" y="20096"/>
                      <a:pt x="10237" y="20213"/>
                    </a:cubicBezTo>
                    <a:cubicBezTo>
                      <a:pt x="6856" y="21106"/>
                      <a:pt x="3428" y="18074"/>
                      <a:pt x="2019" y="15254"/>
                    </a:cubicBezTo>
                    <a:cubicBezTo>
                      <a:pt x="1244" y="13679"/>
                      <a:pt x="892" y="11916"/>
                      <a:pt x="1010" y="10177"/>
                    </a:cubicBezTo>
                    <a:cubicBezTo>
                      <a:pt x="1338" y="5312"/>
                      <a:pt x="5236" y="1363"/>
                      <a:pt x="10096" y="1011"/>
                    </a:cubicBezTo>
                    <a:cubicBezTo>
                      <a:pt x="15871" y="588"/>
                      <a:pt x="20708" y="5171"/>
                      <a:pt x="20708" y="10859"/>
                    </a:cubicBezTo>
                    <a:cubicBezTo>
                      <a:pt x="20661" y="15959"/>
                      <a:pt x="16693" y="20190"/>
                      <a:pt x="11669" y="20636"/>
                    </a:cubicBezTo>
                    <a:close/>
                  </a:path>
                </a:pathLst>
              </a:custGeom>
              <a:solidFill>
                <a:schemeClr val="accent1">
                  <a:lumMod val="40000"/>
                  <a:lumOff val="60000"/>
                </a:schemeClr>
              </a:solidFill>
              <a:ln w="12700">
                <a:miter lim="400000"/>
              </a:ln>
            </p:spPr>
            <p:txBody>
              <a:bodyPr lIns="21431" tIns="21431" rIns="21431" bIns="21431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defRPr sz="3000">
                    <a:solidFill>
                      <a:srgbClr val="FFFFFF"/>
                    </a:solidFill>
                  </a:defRPr>
                </a:pPr>
                <a:endParaRPr sz="1200">
                  <a:solidFill>
                    <a:srgbClr val="4D4D4F"/>
                  </a:solidFill>
                </a:endParaRPr>
              </a:p>
            </p:txBody>
          </p:sp>
        </p:grp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310F5A4C-95E8-DAE8-5A7C-E4BC02464FCA}"/>
                </a:ext>
              </a:extLst>
            </p:cNvPr>
            <p:cNvSpPr txBox="1"/>
            <p:nvPr/>
          </p:nvSpPr>
          <p:spPr>
            <a:xfrm>
              <a:off x="5177788" y="2837219"/>
              <a:ext cx="2267820" cy="1429435"/>
            </a:xfrm>
            <a:prstGeom prst="rect">
              <a:avLst/>
            </a:prstGeom>
            <a:noFill/>
          </p:spPr>
          <p:txBody>
            <a:bodyPr wrap="square" lIns="0" rIns="0" rtlCol="0" anchor="t">
              <a:spAutoFit/>
            </a:bodyPr>
            <a:lstStyle/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200" noProof="1">
                  <a:solidFill>
                    <a:srgbClr val="4D4D4F"/>
                  </a:solidFill>
                  <a:latin typeface="+mn-lt"/>
                </a:rPr>
                <a:t>Site maintenance procedures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200" noProof="1">
                  <a:solidFill>
                    <a:srgbClr val="4D4D4F"/>
                  </a:solidFill>
                  <a:latin typeface="+mn-lt"/>
                </a:rPr>
                <a:t>Role of VEGH and Retailers in maintenance issues.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200" noProof="1">
                  <a:solidFill>
                    <a:srgbClr val="4D4D4F"/>
                  </a:solidFill>
                  <a:latin typeface="+mn-lt"/>
                </a:rPr>
                <a:t>Role of contractors.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endParaRPr lang="en-US" sz="1200" noProof="1">
                <a:solidFill>
                  <a:srgbClr val="4D4D4F"/>
                </a:solidFill>
                <a:latin typeface="+mn-lt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407FDF8A-E397-E61F-6300-6C767F9A1011}"/>
              </a:ext>
            </a:extLst>
          </p:cNvPr>
          <p:cNvGrpSpPr/>
          <p:nvPr/>
        </p:nvGrpSpPr>
        <p:grpSpPr>
          <a:xfrm>
            <a:off x="1615198" y="2025918"/>
            <a:ext cx="3100818" cy="1400218"/>
            <a:chOff x="274666" y="2846671"/>
            <a:chExt cx="2921336" cy="1866954"/>
          </a:xfrm>
        </p:grpSpPr>
        <p:grpSp>
          <p:nvGrpSpPr>
            <p:cNvPr id="43" name="Group 42">
              <a:extLst>
                <a:ext uri="{FF2B5EF4-FFF2-40B4-BE49-F238E27FC236}">
                  <a16:creationId xmlns:a16="http://schemas.microsoft.com/office/drawing/2014/main" id="{8A1A5998-23B7-B5F7-9D85-A951FCAEBDF7}"/>
                </a:ext>
              </a:extLst>
            </p:cNvPr>
            <p:cNvGrpSpPr/>
            <p:nvPr/>
          </p:nvGrpSpPr>
          <p:grpSpPr>
            <a:xfrm>
              <a:off x="274666" y="2846671"/>
              <a:ext cx="879318" cy="932346"/>
              <a:chOff x="2544235" y="2047076"/>
              <a:chExt cx="1172424" cy="1243128"/>
            </a:xfrm>
          </p:grpSpPr>
          <p:sp>
            <p:nvSpPr>
              <p:cNvPr id="35" name="Circle">
                <a:extLst>
                  <a:ext uri="{FF2B5EF4-FFF2-40B4-BE49-F238E27FC236}">
                    <a16:creationId xmlns:a16="http://schemas.microsoft.com/office/drawing/2014/main" id="{18AF1B5E-B901-47BD-79C8-1B8ECD894856}"/>
                  </a:ext>
                </a:extLst>
              </p:cNvPr>
              <p:cNvSpPr/>
              <p:nvPr/>
            </p:nvSpPr>
            <p:spPr>
              <a:xfrm>
                <a:off x="2544235" y="2047076"/>
                <a:ext cx="1172424" cy="1243128"/>
              </a:xfrm>
              <a:prstGeom prst="ellipse">
                <a:avLst/>
              </a:prstGeom>
              <a:solidFill>
                <a:schemeClr val="tx2"/>
              </a:solidFill>
              <a:ln w="12700">
                <a:miter lim="400000"/>
              </a:ln>
            </p:spPr>
            <p:txBody>
              <a:bodyPr lIns="21431" tIns="21431" rIns="21431" bIns="21431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defRPr sz="3000">
                    <a:solidFill>
                      <a:srgbClr val="FFFFFF"/>
                    </a:solidFill>
                  </a:defRPr>
                </a:pPr>
                <a:endParaRPr sz="1200">
                  <a:solidFill>
                    <a:srgbClr val="4D4D4F"/>
                  </a:solidFill>
                </a:endParaRPr>
              </a:p>
            </p:txBody>
          </p:sp>
          <p:sp>
            <p:nvSpPr>
              <p:cNvPr id="36" name="Shape">
                <a:extLst>
                  <a:ext uri="{FF2B5EF4-FFF2-40B4-BE49-F238E27FC236}">
                    <a16:creationId xmlns:a16="http://schemas.microsoft.com/office/drawing/2014/main" id="{B15FA138-EA5F-9DA5-5B04-1EF36AB2F84B}"/>
                  </a:ext>
                </a:extLst>
              </p:cNvPr>
              <p:cNvSpPr/>
              <p:nvPr/>
            </p:nvSpPr>
            <p:spPr>
              <a:xfrm>
                <a:off x="2648140" y="2150983"/>
                <a:ext cx="969582" cy="105174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0800" y="0"/>
                    </a:moveTo>
                    <a:cubicBezTo>
                      <a:pt x="9368" y="0"/>
                      <a:pt x="8006" y="282"/>
                      <a:pt x="6738" y="798"/>
                    </a:cubicBezTo>
                    <a:cubicBezTo>
                      <a:pt x="5823" y="1174"/>
                      <a:pt x="5001" y="1643"/>
                      <a:pt x="4226" y="2230"/>
                    </a:cubicBezTo>
                    <a:cubicBezTo>
                      <a:pt x="1643" y="4203"/>
                      <a:pt x="0" y="7302"/>
                      <a:pt x="0" y="10800"/>
                    </a:cubicBezTo>
                    <a:cubicBezTo>
                      <a:pt x="0" y="16763"/>
                      <a:pt x="4837" y="21600"/>
                      <a:pt x="10800" y="21600"/>
                    </a:cubicBezTo>
                    <a:cubicBezTo>
                      <a:pt x="16763" y="21600"/>
                      <a:pt x="21600" y="16763"/>
                      <a:pt x="21600" y="10800"/>
                    </a:cubicBezTo>
                    <a:cubicBezTo>
                      <a:pt x="21600" y="4837"/>
                      <a:pt x="16740" y="0"/>
                      <a:pt x="10800" y="0"/>
                    </a:cubicBezTo>
                    <a:close/>
                    <a:moveTo>
                      <a:pt x="10025" y="20614"/>
                    </a:moveTo>
                    <a:cubicBezTo>
                      <a:pt x="5259" y="20262"/>
                      <a:pt x="1409" y="16458"/>
                      <a:pt x="963" y="11716"/>
                    </a:cubicBezTo>
                    <a:cubicBezTo>
                      <a:pt x="563" y="7443"/>
                      <a:pt x="2911" y="3663"/>
                      <a:pt x="6457" y="1925"/>
                    </a:cubicBezTo>
                    <a:cubicBezTo>
                      <a:pt x="6856" y="1737"/>
                      <a:pt x="7302" y="1620"/>
                      <a:pt x="7748" y="1620"/>
                    </a:cubicBezTo>
                    <a:cubicBezTo>
                      <a:pt x="7748" y="1620"/>
                      <a:pt x="7748" y="1620"/>
                      <a:pt x="7748" y="1620"/>
                    </a:cubicBezTo>
                    <a:cubicBezTo>
                      <a:pt x="8663" y="1620"/>
                      <a:pt x="9368" y="1878"/>
                      <a:pt x="9837" y="2418"/>
                    </a:cubicBezTo>
                    <a:cubicBezTo>
                      <a:pt x="10307" y="2958"/>
                      <a:pt x="10542" y="3686"/>
                      <a:pt x="10542" y="4602"/>
                    </a:cubicBezTo>
                    <a:cubicBezTo>
                      <a:pt x="10542" y="5118"/>
                      <a:pt x="10448" y="5611"/>
                      <a:pt x="10260" y="6128"/>
                    </a:cubicBezTo>
                    <a:cubicBezTo>
                      <a:pt x="10072" y="6644"/>
                      <a:pt x="9790" y="7184"/>
                      <a:pt x="9391" y="7771"/>
                    </a:cubicBezTo>
                    <a:cubicBezTo>
                      <a:pt x="9016" y="8358"/>
                      <a:pt x="8499" y="8969"/>
                      <a:pt x="7889" y="9626"/>
                    </a:cubicBezTo>
                    <a:cubicBezTo>
                      <a:pt x="7278" y="10283"/>
                      <a:pt x="6550" y="11035"/>
                      <a:pt x="5729" y="11857"/>
                    </a:cubicBezTo>
                    <a:lnTo>
                      <a:pt x="3897" y="13641"/>
                    </a:lnTo>
                    <a:lnTo>
                      <a:pt x="4085" y="14416"/>
                    </a:lnTo>
                    <a:lnTo>
                      <a:pt x="12279" y="14416"/>
                    </a:lnTo>
                    <a:lnTo>
                      <a:pt x="12279" y="13477"/>
                    </a:lnTo>
                    <a:lnTo>
                      <a:pt x="5517" y="13477"/>
                    </a:lnTo>
                    <a:lnTo>
                      <a:pt x="7419" y="11645"/>
                    </a:lnTo>
                    <a:cubicBezTo>
                      <a:pt x="8170" y="10917"/>
                      <a:pt x="8828" y="10237"/>
                      <a:pt x="9368" y="9603"/>
                    </a:cubicBezTo>
                    <a:cubicBezTo>
                      <a:pt x="9908" y="8969"/>
                      <a:pt x="10354" y="8358"/>
                      <a:pt x="10706" y="7795"/>
                    </a:cubicBezTo>
                    <a:cubicBezTo>
                      <a:pt x="11058" y="7231"/>
                      <a:pt x="11317" y="6668"/>
                      <a:pt x="11481" y="6151"/>
                    </a:cubicBezTo>
                    <a:cubicBezTo>
                      <a:pt x="11645" y="5635"/>
                      <a:pt x="11739" y="5095"/>
                      <a:pt x="11739" y="4578"/>
                    </a:cubicBezTo>
                    <a:cubicBezTo>
                      <a:pt x="11739" y="4015"/>
                      <a:pt x="11645" y="3498"/>
                      <a:pt x="11481" y="3029"/>
                    </a:cubicBezTo>
                    <a:cubicBezTo>
                      <a:pt x="11317" y="2559"/>
                      <a:pt x="11058" y="2137"/>
                      <a:pt x="10730" y="1808"/>
                    </a:cubicBezTo>
                    <a:cubicBezTo>
                      <a:pt x="10401" y="1479"/>
                      <a:pt x="10002" y="1221"/>
                      <a:pt x="9532" y="1033"/>
                    </a:cubicBezTo>
                    <a:cubicBezTo>
                      <a:pt x="9931" y="986"/>
                      <a:pt x="10354" y="963"/>
                      <a:pt x="10753" y="963"/>
                    </a:cubicBezTo>
                    <a:cubicBezTo>
                      <a:pt x="16200" y="963"/>
                      <a:pt x="20614" y="5377"/>
                      <a:pt x="20614" y="10823"/>
                    </a:cubicBezTo>
                    <a:cubicBezTo>
                      <a:pt x="20661" y="16482"/>
                      <a:pt x="15801" y="21060"/>
                      <a:pt x="10025" y="20614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12700">
                <a:miter lim="400000"/>
              </a:ln>
            </p:spPr>
            <p:txBody>
              <a:bodyPr lIns="21431" tIns="21431" rIns="21431" bIns="21431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defRPr sz="3000">
                    <a:solidFill>
                      <a:srgbClr val="FFFFFF"/>
                    </a:solidFill>
                  </a:defRPr>
                </a:pPr>
                <a:endParaRPr sz="1200">
                  <a:solidFill>
                    <a:srgbClr val="4D4D4F"/>
                  </a:solidFill>
                </a:endParaRPr>
              </a:p>
            </p:txBody>
          </p:sp>
        </p:grp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AF959DD4-DD4C-3028-E70C-0D0BFF072739}"/>
                </a:ext>
              </a:extLst>
            </p:cNvPr>
            <p:cNvSpPr txBox="1"/>
            <p:nvPr/>
          </p:nvSpPr>
          <p:spPr>
            <a:xfrm>
              <a:off x="1250282" y="2866968"/>
              <a:ext cx="1945720" cy="1846657"/>
            </a:xfrm>
            <a:prstGeom prst="rect">
              <a:avLst/>
            </a:prstGeom>
            <a:noFill/>
          </p:spPr>
          <p:txBody>
            <a:bodyPr wrap="square" lIns="0" rIns="0" rtlCol="0" anchor="t">
              <a:spAutoFit/>
            </a:bodyPr>
            <a:lstStyle/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200" noProof="1">
                  <a:solidFill>
                    <a:srgbClr val="4D4D4F"/>
                  </a:solidFill>
                  <a:latin typeface="+mn-lt"/>
                </a:rPr>
                <a:t>Customers Champions are educated on all Safety measures.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200" noProof="1">
                  <a:solidFill>
                    <a:srgbClr val="4D4D4F"/>
                  </a:solidFill>
                  <a:latin typeface="+mn-lt"/>
                </a:rPr>
                <a:t>Customer Champion app.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200" noProof="1">
                  <a:solidFill>
                    <a:srgbClr val="4D4D4F"/>
                  </a:solidFill>
                  <a:latin typeface="+mn-lt"/>
                </a:rPr>
                <a:t>9 – point of customer Service.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200" noProof="1">
                  <a:solidFill>
                    <a:srgbClr val="4D4D4F"/>
                  </a:solidFill>
                  <a:latin typeface="+mn-lt"/>
                </a:rPr>
                <a:t>LFI.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200" noProof="1">
                  <a:solidFill>
                    <a:srgbClr val="4D4D4F"/>
                  </a:solidFill>
                  <a:latin typeface="+mn-lt"/>
                </a:rPr>
                <a:t>Money Handling.</a:t>
              </a: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1AA31A88-5A18-6A41-7CA2-6325B6428182}"/>
              </a:ext>
            </a:extLst>
          </p:cNvPr>
          <p:cNvGrpSpPr/>
          <p:nvPr/>
        </p:nvGrpSpPr>
        <p:grpSpPr>
          <a:xfrm>
            <a:off x="4211961" y="831311"/>
            <a:ext cx="2915650" cy="1384995"/>
            <a:chOff x="4117949" y="1269094"/>
            <a:chExt cx="3887533" cy="1846660"/>
          </a:xfrm>
        </p:grpSpPr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28BA528F-FFB8-4F9B-9530-800006B3B64E}"/>
                </a:ext>
              </a:extLst>
            </p:cNvPr>
            <p:cNvGrpSpPr/>
            <p:nvPr/>
          </p:nvGrpSpPr>
          <p:grpSpPr>
            <a:xfrm>
              <a:off x="4117949" y="1289011"/>
              <a:ext cx="1242173" cy="1242173"/>
              <a:chOff x="6149528" y="2047076"/>
              <a:chExt cx="1656231" cy="1656231"/>
            </a:xfrm>
          </p:grpSpPr>
          <p:sp>
            <p:nvSpPr>
              <p:cNvPr id="31" name="Circle">
                <a:extLst>
                  <a:ext uri="{FF2B5EF4-FFF2-40B4-BE49-F238E27FC236}">
                    <a16:creationId xmlns:a16="http://schemas.microsoft.com/office/drawing/2014/main" id="{C04E8B1C-5394-97DE-5739-1BCF426B6019}"/>
                  </a:ext>
                </a:extLst>
              </p:cNvPr>
              <p:cNvSpPr/>
              <p:nvPr/>
            </p:nvSpPr>
            <p:spPr>
              <a:xfrm>
                <a:off x="6149528" y="2047076"/>
                <a:ext cx="1656231" cy="1656231"/>
              </a:xfrm>
              <a:prstGeom prst="ellipse">
                <a:avLst/>
              </a:prstGeom>
              <a:solidFill>
                <a:schemeClr val="tx2"/>
              </a:solidFill>
              <a:ln w="12700">
                <a:miter lim="400000"/>
              </a:ln>
            </p:spPr>
            <p:txBody>
              <a:bodyPr lIns="21431" tIns="21431" rIns="21431" bIns="21431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defRPr sz="3000">
                    <a:solidFill>
                      <a:srgbClr val="FFFFFF"/>
                    </a:solidFill>
                  </a:defRPr>
                </a:pPr>
                <a:endParaRPr sz="1200">
                  <a:solidFill>
                    <a:srgbClr val="4D4D4F"/>
                  </a:solidFill>
                </a:endParaRPr>
              </a:p>
            </p:txBody>
          </p:sp>
          <p:sp>
            <p:nvSpPr>
              <p:cNvPr id="32" name="Shape">
                <a:extLst>
                  <a:ext uri="{FF2B5EF4-FFF2-40B4-BE49-F238E27FC236}">
                    <a16:creationId xmlns:a16="http://schemas.microsoft.com/office/drawing/2014/main" id="{AC960AB9-BAB2-D8F5-09DD-46B8355595F5}"/>
                  </a:ext>
                </a:extLst>
              </p:cNvPr>
              <p:cNvSpPr/>
              <p:nvPr/>
            </p:nvSpPr>
            <p:spPr>
              <a:xfrm>
                <a:off x="6253435" y="2150983"/>
                <a:ext cx="1448417" cy="144841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6834" y="1855"/>
                    </a:moveTo>
                    <a:cubicBezTo>
                      <a:pt x="16482" y="1620"/>
                      <a:pt x="16106" y="1385"/>
                      <a:pt x="15707" y="1197"/>
                    </a:cubicBezTo>
                    <a:cubicBezTo>
                      <a:pt x="15637" y="1150"/>
                      <a:pt x="15566" y="1127"/>
                      <a:pt x="15472" y="1080"/>
                    </a:cubicBezTo>
                    <a:cubicBezTo>
                      <a:pt x="15214" y="963"/>
                      <a:pt x="14932" y="845"/>
                      <a:pt x="14674" y="728"/>
                    </a:cubicBezTo>
                    <a:cubicBezTo>
                      <a:pt x="13477" y="258"/>
                      <a:pt x="12162" y="0"/>
                      <a:pt x="10800" y="0"/>
                    </a:cubicBezTo>
                    <a:cubicBezTo>
                      <a:pt x="4837" y="0"/>
                      <a:pt x="0" y="4837"/>
                      <a:pt x="0" y="10800"/>
                    </a:cubicBezTo>
                    <a:cubicBezTo>
                      <a:pt x="0" y="16763"/>
                      <a:pt x="4837" y="21600"/>
                      <a:pt x="10800" y="21600"/>
                    </a:cubicBezTo>
                    <a:cubicBezTo>
                      <a:pt x="16763" y="21600"/>
                      <a:pt x="21600" y="16763"/>
                      <a:pt x="21600" y="10800"/>
                    </a:cubicBezTo>
                    <a:cubicBezTo>
                      <a:pt x="21600" y="7090"/>
                      <a:pt x="19722" y="3803"/>
                      <a:pt x="16834" y="1855"/>
                    </a:cubicBezTo>
                    <a:close/>
                    <a:moveTo>
                      <a:pt x="15683" y="2254"/>
                    </a:moveTo>
                    <a:lnTo>
                      <a:pt x="15660" y="3663"/>
                    </a:lnTo>
                    <a:lnTo>
                      <a:pt x="15660" y="8546"/>
                    </a:lnTo>
                    <a:lnTo>
                      <a:pt x="10260" y="8546"/>
                    </a:lnTo>
                    <a:lnTo>
                      <a:pt x="13899" y="3545"/>
                    </a:lnTo>
                    <a:lnTo>
                      <a:pt x="14979" y="1878"/>
                    </a:lnTo>
                    <a:cubicBezTo>
                      <a:pt x="15214" y="1996"/>
                      <a:pt x="15472" y="2113"/>
                      <a:pt x="15683" y="2254"/>
                    </a:cubicBezTo>
                    <a:close/>
                    <a:moveTo>
                      <a:pt x="10800" y="20661"/>
                    </a:moveTo>
                    <a:cubicBezTo>
                      <a:pt x="5353" y="20661"/>
                      <a:pt x="939" y="16247"/>
                      <a:pt x="939" y="10800"/>
                    </a:cubicBezTo>
                    <a:cubicBezTo>
                      <a:pt x="939" y="5353"/>
                      <a:pt x="5353" y="939"/>
                      <a:pt x="10800" y="939"/>
                    </a:cubicBezTo>
                    <a:cubicBezTo>
                      <a:pt x="11950" y="939"/>
                      <a:pt x="13077" y="1150"/>
                      <a:pt x="14110" y="1503"/>
                    </a:cubicBezTo>
                    <a:lnTo>
                      <a:pt x="8804" y="8828"/>
                    </a:lnTo>
                    <a:lnTo>
                      <a:pt x="8804" y="9509"/>
                    </a:lnTo>
                    <a:lnTo>
                      <a:pt x="15660" y="9509"/>
                    </a:lnTo>
                    <a:lnTo>
                      <a:pt x="15660" y="13171"/>
                    </a:lnTo>
                    <a:lnTo>
                      <a:pt x="16834" y="13171"/>
                    </a:lnTo>
                    <a:lnTo>
                      <a:pt x="16834" y="9509"/>
                    </a:lnTo>
                    <a:lnTo>
                      <a:pt x="19182" y="9509"/>
                    </a:lnTo>
                    <a:lnTo>
                      <a:pt x="19182" y="8570"/>
                    </a:lnTo>
                    <a:lnTo>
                      <a:pt x="16834" y="8570"/>
                    </a:lnTo>
                    <a:lnTo>
                      <a:pt x="16834" y="3052"/>
                    </a:lnTo>
                    <a:cubicBezTo>
                      <a:pt x="19158" y="4860"/>
                      <a:pt x="20661" y="7677"/>
                      <a:pt x="20661" y="10847"/>
                    </a:cubicBezTo>
                    <a:cubicBezTo>
                      <a:pt x="20661" y="16247"/>
                      <a:pt x="16247" y="20661"/>
                      <a:pt x="10800" y="20661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12700">
                <a:miter lim="400000"/>
              </a:ln>
            </p:spPr>
            <p:txBody>
              <a:bodyPr lIns="21431" tIns="21431" rIns="21431" bIns="21431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defRPr sz="3000">
                    <a:solidFill>
                      <a:srgbClr val="FFFFFF"/>
                    </a:solidFill>
                  </a:defRPr>
                </a:pPr>
                <a:endParaRPr sz="1200">
                  <a:solidFill>
                    <a:srgbClr val="4D4D4F"/>
                  </a:solidFill>
                </a:endParaRPr>
              </a:p>
            </p:txBody>
          </p:sp>
        </p:grp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BDE5A75C-7068-7264-579C-FD261C806592}"/>
                </a:ext>
              </a:extLst>
            </p:cNvPr>
            <p:cNvSpPr txBox="1"/>
            <p:nvPr/>
          </p:nvSpPr>
          <p:spPr>
            <a:xfrm>
              <a:off x="5453641" y="1269094"/>
              <a:ext cx="2551841" cy="1846660"/>
            </a:xfrm>
            <a:prstGeom prst="rect">
              <a:avLst/>
            </a:prstGeom>
            <a:noFill/>
          </p:spPr>
          <p:txBody>
            <a:bodyPr wrap="square" lIns="0" rIns="0" rtlCol="0" anchor="t">
              <a:spAutoFit/>
            </a:bodyPr>
            <a:lstStyle/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200" noProof="1">
                  <a:solidFill>
                    <a:srgbClr val="4D4D4F"/>
                  </a:solidFill>
                  <a:latin typeface="+mn-lt"/>
                </a:rPr>
                <a:t>Regulatory authorities; 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200" noProof="1">
                  <a:solidFill>
                    <a:srgbClr val="4D4D4F"/>
                  </a:solidFill>
                  <a:latin typeface="+mn-lt"/>
                </a:rPr>
                <a:t>NPA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200" noProof="1">
                  <a:solidFill>
                    <a:srgbClr val="4D4D4F"/>
                  </a:solidFill>
                  <a:latin typeface="+mn-lt"/>
                </a:rPr>
                <a:t>EPA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200" noProof="1">
                  <a:solidFill>
                    <a:srgbClr val="4D4D4F"/>
                  </a:solidFill>
                  <a:latin typeface="+mn-lt"/>
                </a:rPr>
                <a:t>GSA.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endParaRPr lang="en-US" sz="1200" noProof="1">
                <a:solidFill>
                  <a:srgbClr val="4D4D4F"/>
                </a:solidFill>
                <a:latin typeface="+mn-lt"/>
              </a:endParaRPr>
            </a:p>
            <a:p>
              <a:endParaRPr lang="en-US" sz="1200" noProof="1">
                <a:solidFill>
                  <a:srgbClr val="4D4D4F"/>
                </a:solidFill>
                <a:latin typeface="+mn-lt"/>
              </a:endParaRPr>
            </a:p>
            <a:p>
              <a:endParaRPr lang="en-US" sz="1200" noProof="1">
                <a:solidFill>
                  <a:srgbClr val="4D4D4F"/>
                </a:solidFill>
                <a:latin typeface="+mn-lt"/>
              </a:endParaRP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7D6A4776-87AE-F333-8831-4A137EC43EAD}"/>
              </a:ext>
            </a:extLst>
          </p:cNvPr>
          <p:cNvGrpSpPr/>
          <p:nvPr/>
        </p:nvGrpSpPr>
        <p:grpSpPr>
          <a:xfrm>
            <a:off x="4270409" y="3561854"/>
            <a:ext cx="3613958" cy="1021618"/>
            <a:chOff x="4117950" y="4786699"/>
            <a:chExt cx="3246931" cy="1242174"/>
          </a:xfrm>
        </p:grpSpPr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2B5DDA52-8A65-1A68-8B84-94BF2C2C0225}"/>
                </a:ext>
              </a:extLst>
            </p:cNvPr>
            <p:cNvGrpSpPr/>
            <p:nvPr/>
          </p:nvGrpSpPr>
          <p:grpSpPr>
            <a:xfrm>
              <a:off x="4117950" y="4786699"/>
              <a:ext cx="1241388" cy="1242174"/>
              <a:chOff x="9817796" y="2047076"/>
              <a:chExt cx="1655184" cy="1656233"/>
            </a:xfrm>
          </p:grpSpPr>
          <p:sp>
            <p:nvSpPr>
              <p:cNvPr id="27" name="Circle">
                <a:extLst>
                  <a:ext uri="{FF2B5EF4-FFF2-40B4-BE49-F238E27FC236}">
                    <a16:creationId xmlns:a16="http://schemas.microsoft.com/office/drawing/2014/main" id="{F0906495-DD63-4B49-652D-76053B3F7F31}"/>
                  </a:ext>
                </a:extLst>
              </p:cNvPr>
              <p:cNvSpPr/>
              <p:nvPr/>
            </p:nvSpPr>
            <p:spPr>
              <a:xfrm>
                <a:off x="9817796" y="2047076"/>
                <a:ext cx="1655184" cy="1656233"/>
              </a:xfrm>
              <a:prstGeom prst="ellipse">
                <a:avLst/>
              </a:prstGeom>
              <a:solidFill>
                <a:schemeClr val="tx2"/>
              </a:solidFill>
              <a:ln w="12700">
                <a:miter lim="400000"/>
              </a:ln>
            </p:spPr>
            <p:txBody>
              <a:bodyPr lIns="21431" tIns="21431" rIns="21431" bIns="21431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defRPr sz="3000">
                    <a:solidFill>
                      <a:srgbClr val="FFFFFF"/>
                    </a:solidFill>
                  </a:defRPr>
                </a:pPr>
                <a:endParaRPr sz="1200">
                  <a:solidFill>
                    <a:srgbClr val="4D4D4F"/>
                  </a:solidFill>
                </a:endParaRPr>
              </a:p>
            </p:txBody>
          </p:sp>
          <p:sp>
            <p:nvSpPr>
              <p:cNvPr id="28" name="Shape">
                <a:extLst>
                  <a:ext uri="{FF2B5EF4-FFF2-40B4-BE49-F238E27FC236}">
                    <a16:creationId xmlns:a16="http://schemas.microsoft.com/office/drawing/2014/main" id="{FFB2838C-C430-9D9F-A2A6-AB3A5B5363E2}"/>
                  </a:ext>
                </a:extLst>
              </p:cNvPr>
              <p:cNvSpPr/>
              <p:nvPr/>
            </p:nvSpPr>
            <p:spPr>
              <a:xfrm>
                <a:off x="9921703" y="2150983"/>
                <a:ext cx="1448417" cy="144841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6036" y="1362"/>
                    </a:moveTo>
                    <a:cubicBezTo>
                      <a:pt x="15519" y="1080"/>
                      <a:pt x="14956" y="822"/>
                      <a:pt x="14392" y="610"/>
                    </a:cubicBezTo>
                    <a:cubicBezTo>
                      <a:pt x="13265" y="211"/>
                      <a:pt x="12044" y="0"/>
                      <a:pt x="10800" y="0"/>
                    </a:cubicBezTo>
                    <a:cubicBezTo>
                      <a:pt x="4837" y="0"/>
                      <a:pt x="0" y="4837"/>
                      <a:pt x="0" y="10800"/>
                    </a:cubicBezTo>
                    <a:cubicBezTo>
                      <a:pt x="0" y="16763"/>
                      <a:pt x="4837" y="21600"/>
                      <a:pt x="10800" y="21600"/>
                    </a:cubicBezTo>
                    <a:cubicBezTo>
                      <a:pt x="16763" y="21600"/>
                      <a:pt x="21600" y="16763"/>
                      <a:pt x="21600" y="10800"/>
                    </a:cubicBezTo>
                    <a:cubicBezTo>
                      <a:pt x="21600" y="6738"/>
                      <a:pt x="19346" y="3193"/>
                      <a:pt x="16036" y="1362"/>
                    </a:cubicBezTo>
                    <a:close/>
                    <a:moveTo>
                      <a:pt x="10049" y="20614"/>
                    </a:moveTo>
                    <a:cubicBezTo>
                      <a:pt x="5236" y="20262"/>
                      <a:pt x="1338" y="16364"/>
                      <a:pt x="986" y="11528"/>
                    </a:cubicBezTo>
                    <a:cubicBezTo>
                      <a:pt x="563" y="5752"/>
                      <a:pt x="5142" y="916"/>
                      <a:pt x="10824" y="916"/>
                    </a:cubicBezTo>
                    <a:cubicBezTo>
                      <a:pt x="11152" y="916"/>
                      <a:pt x="11457" y="939"/>
                      <a:pt x="11763" y="963"/>
                    </a:cubicBezTo>
                    <a:cubicBezTo>
                      <a:pt x="11716" y="986"/>
                      <a:pt x="11692" y="986"/>
                      <a:pt x="11645" y="1010"/>
                    </a:cubicBezTo>
                    <a:cubicBezTo>
                      <a:pt x="10941" y="1291"/>
                      <a:pt x="10330" y="1737"/>
                      <a:pt x="9790" y="2348"/>
                    </a:cubicBezTo>
                    <a:cubicBezTo>
                      <a:pt x="9250" y="2958"/>
                      <a:pt x="8804" y="3733"/>
                      <a:pt x="8452" y="4672"/>
                    </a:cubicBezTo>
                    <a:cubicBezTo>
                      <a:pt x="8124" y="5611"/>
                      <a:pt x="7936" y="6738"/>
                      <a:pt x="7936" y="8077"/>
                    </a:cubicBezTo>
                    <a:cubicBezTo>
                      <a:pt x="7936" y="9274"/>
                      <a:pt x="8077" y="10283"/>
                      <a:pt x="8335" y="11105"/>
                    </a:cubicBezTo>
                    <a:cubicBezTo>
                      <a:pt x="8593" y="11927"/>
                      <a:pt x="8945" y="12584"/>
                      <a:pt x="9391" y="13077"/>
                    </a:cubicBezTo>
                    <a:cubicBezTo>
                      <a:pt x="9837" y="13570"/>
                      <a:pt x="10330" y="13946"/>
                      <a:pt x="10894" y="14134"/>
                    </a:cubicBezTo>
                    <a:cubicBezTo>
                      <a:pt x="11457" y="14345"/>
                      <a:pt x="12044" y="14439"/>
                      <a:pt x="12631" y="14439"/>
                    </a:cubicBezTo>
                    <a:cubicBezTo>
                      <a:pt x="13289" y="14439"/>
                      <a:pt x="13876" y="14322"/>
                      <a:pt x="14416" y="14110"/>
                    </a:cubicBezTo>
                    <a:cubicBezTo>
                      <a:pt x="14956" y="13876"/>
                      <a:pt x="15425" y="13570"/>
                      <a:pt x="15824" y="13148"/>
                    </a:cubicBezTo>
                    <a:cubicBezTo>
                      <a:pt x="16224" y="12725"/>
                      <a:pt x="16529" y="12232"/>
                      <a:pt x="16740" y="11645"/>
                    </a:cubicBezTo>
                    <a:cubicBezTo>
                      <a:pt x="16975" y="11058"/>
                      <a:pt x="17069" y="10424"/>
                      <a:pt x="17069" y="9743"/>
                    </a:cubicBezTo>
                    <a:cubicBezTo>
                      <a:pt x="17069" y="9039"/>
                      <a:pt x="16951" y="8405"/>
                      <a:pt x="16740" y="7865"/>
                    </a:cubicBezTo>
                    <a:cubicBezTo>
                      <a:pt x="16505" y="7325"/>
                      <a:pt x="16200" y="6856"/>
                      <a:pt x="15824" y="6480"/>
                    </a:cubicBezTo>
                    <a:cubicBezTo>
                      <a:pt x="15425" y="6104"/>
                      <a:pt x="14979" y="5823"/>
                      <a:pt x="14439" y="5635"/>
                    </a:cubicBezTo>
                    <a:cubicBezTo>
                      <a:pt x="13923" y="5447"/>
                      <a:pt x="13359" y="5353"/>
                      <a:pt x="12772" y="5353"/>
                    </a:cubicBezTo>
                    <a:cubicBezTo>
                      <a:pt x="12326" y="5353"/>
                      <a:pt x="11904" y="5400"/>
                      <a:pt x="11528" y="5517"/>
                    </a:cubicBezTo>
                    <a:cubicBezTo>
                      <a:pt x="11152" y="5635"/>
                      <a:pt x="10777" y="5776"/>
                      <a:pt x="10471" y="5940"/>
                    </a:cubicBezTo>
                    <a:cubicBezTo>
                      <a:pt x="10143" y="6128"/>
                      <a:pt x="9861" y="6316"/>
                      <a:pt x="9603" y="6550"/>
                    </a:cubicBezTo>
                    <a:cubicBezTo>
                      <a:pt x="9344" y="6785"/>
                      <a:pt x="9157" y="7020"/>
                      <a:pt x="8992" y="7255"/>
                    </a:cubicBezTo>
                    <a:cubicBezTo>
                      <a:pt x="9039" y="6339"/>
                      <a:pt x="9204" y="5517"/>
                      <a:pt x="9462" y="4790"/>
                    </a:cubicBezTo>
                    <a:cubicBezTo>
                      <a:pt x="9720" y="4085"/>
                      <a:pt x="10072" y="3475"/>
                      <a:pt x="10495" y="2982"/>
                    </a:cubicBezTo>
                    <a:cubicBezTo>
                      <a:pt x="10917" y="2489"/>
                      <a:pt x="11410" y="2113"/>
                      <a:pt x="11997" y="1855"/>
                    </a:cubicBezTo>
                    <a:cubicBezTo>
                      <a:pt x="13805" y="1057"/>
                      <a:pt x="15472" y="1855"/>
                      <a:pt x="16928" y="3029"/>
                    </a:cubicBezTo>
                    <a:cubicBezTo>
                      <a:pt x="18243" y="4085"/>
                      <a:pt x="19299" y="5470"/>
                      <a:pt x="19933" y="7020"/>
                    </a:cubicBezTo>
                    <a:cubicBezTo>
                      <a:pt x="20426" y="8194"/>
                      <a:pt x="20661" y="9462"/>
                      <a:pt x="20661" y="10753"/>
                    </a:cubicBezTo>
                    <a:cubicBezTo>
                      <a:pt x="20661" y="16482"/>
                      <a:pt x="15824" y="21060"/>
                      <a:pt x="10049" y="20614"/>
                    </a:cubicBezTo>
                    <a:close/>
                    <a:moveTo>
                      <a:pt x="9086" y="9321"/>
                    </a:moveTo>
                    <a:cubicBezTo>
                      <a:pt x="9086" y="9157"/>
                      <a:pt x="9110" y="9016"/>
                      <a:pt x="9133" y="8875"/>
                    </a:cubicBezTo>
                    <a:cubicBezTo>
                      <a:pt x="9180" y="8734"/>
                      <a:pt x="9203" y="8593"/>
                      <a:pt x="9250" y="8476"/>
                    </a:cubicBezTo>
                    <a:cubicBezTo>
                      <a:pt x="9368" y="8194"/>
                      <a:pt x="9509" y="7936"/>
                      <a:pt x="9720" y="7654"/>
                    </a:cubicBezTo>
                    <a:cubicBezTo>
                      <a:pt x="9931" y="7396"/>
                      <a:pt x="10166" y="7161"/>
                      <a:pt x="10471" y="6973"/>
                    </a:cubicBezTo>
                    <a:cubicBezTo>
                      <a:pt x="10753" y="6785"/>
                      <a:pt x="11082" y="6621"/>
                      <a:pt x="11410" y="6503"/>
                    </a:cubicBezTo>
                    <a:cubicBezTo>
                      <a:pt x="11763" y="6386"/>
                      <a:pt x="12138" y="6316"/>
                      <a:pt x="12537" y="6316"/>
                    </a:cubicBezTo>
                    <a:cubicBezTo>
                      <a:pt x="13007" y="6316"/>
                      <a:pt x="13453" y="6386"/>
                      <a:pt x="13876" y="6527"/>
                    </a:cubicBezTo>
                    <a:cubicBezTo>
                      <a:pt x="14275" y="6668"/>
                      <a:pt x="14650" y="6903"/>
                      <a:pt x="14932" y="7184"/>
                    </a:cubicBezTo>
                    <a:cubicBezTo>
                      <a:pt x="15237" y="7466"/>
                      <a:pt x="15472" y="7842"/>
                      <a:pt x="15637" y="8288"/>
                    </a:cubicBezTo>
                    <a:cubicBezTo>
                      <a:pt x="15801" y="8734"/>
                      <a:pt x="15895" y="9250"/>
                      <a:pt x="15895" y="9837"/>
                    </a:cubicBezTo>
                    <a:cubicBezTo>
                      <a:pt x="15895" y="10401"/>
                      <a:pt x="15801" y="10917"/>
                      <a:pt x="15637" y="11387"/>
                    </a:cubicBezTo>
                    <a:cubicBezTo>
                      <a:pt x="15472" y="11833"/>
                      <a:pt x="15237" y="12232"/>
                      <a:pt x="14932" y="12537"/>
                    </a:cubicBezTo>
                    <a:cubicBezTo>
                      <a:pt x="14627" y="12843"/>
                      <a:pt x="14298" y="13101"/>
                      <a:pt x="13899" y="13265"/>
                    </a:cubicBezTo>
                    <a:cubicBezTo>
                      <a:pt x="13500" y="13430"/>
                      <a:pt x="13077" y="13523"/>
                      <a:pt x="12631" y="13523"/>
                    </a:cubicBezTo>
                    <a:cubicBezTo>
                      <a:pt x="12138" y="13523"/>
                      <a:pt x="11669" y="13430"/>
                      <a:pt x="11246" y="13242"/>
                    </a:cubicBezTo>
                    <a:cubicBezTo>
                      <a:pt x="10823" y="13054"/>
                      <a:pt x="10424" y="12772"/>
                      <a:pt x="10119" y="12420"/>
                    </a:cubicBezTo>
                    <a:cubicBezTo>
                      <a:pt x="9790" y="12068"/>
                      <a:pt x="9532" y="11622"/>
                      <a:pt x="9344" y="11105"/>
                    </a:cubicBezTo>
                    <a:cubicBezTo>
                      <a:pt x="9180" y="10565"/>
                      <a:pt x="9086" y="9978"/>
                      <a:pt x="9086" y="932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2700">
                <a:miter lim="400000"/>
              </a:ln>
            </p:spPr>
            <p:txBody>
              <a:bodyPr lIns="21431" tIns="21431" rIns="21431" bIns="21431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defRPr sz="3000">
                    <a:solidFill>
                      <a:srgbClr val="FFFFFF"/>
                    </a:solidFill>
                  </a:defRPr>
                </a:pPr>
                <a:endParaRPr sz="1200">
                  <a:solidFill>
                    <a:srgbClr val="4D4D4F"/>
                  </a:solidFill>
                </a:endParaRPr>
              </a:p>
            </p:txBody>
          </p:sp>
        </p:grp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E4BE932D-7833-FC31-62FB-60EB805418CA}"/>
                </a:ext>
              </a:extLst>
            </p:cNvPr>
            <p:cNvSpPr txBox="1"/>
            <p:nvPr/>
          </p:nvSpPr>
          <p:spPr>
            <a:xfrm>
              <a:off x="5419161" y="4865279"/>
              <a:ext cx="1945720" cy="1010400"/>
            </a:xfrm>
            <a:prstGeom prst="rect">
              <a:avLst/>
            </a:prstGeom>
            <a:noFill/>
          </p:spPr>
          <p:txBody>
            <a:bodyPr wrap="square" lIns="0" rIns="0" rtlCol="0" anchor="t">
              <a:spAutoFit/>
            </a:bodyPr>
            <a:lstStyle/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200" noProof="1">
                  <a:solidFill>
                    <a:srgbClr val="4D4D4F"/>
                  </a:solidFill>
                  <a:latin typeface="+mn-lt"/>
                </a:rPr>
                <a:t>Lubebay management.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200" noProof="1">
                  <a:solidFill>
                    <a:srgbClr val="4D4D4F"/>
                  </a:solidFill>
                  <a:latin typeface="+mn-lt"/>
                </a:rPr>
                <a:t>Management of ONFR (Shops, Car wash, Pharmacy, Food services, Laundry, etc.)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9718302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146723-62FD-424D-9212-918CE1708B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SHELL PRODUCTS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7277A02-7041-43FD-85AD-BB33EBF17D0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47775" y="1376548"/>
            <a:ext cx="1457528" cy="1228896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FAF3183-B4DD-4DF1-873D-C1D7052A2E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56868" y="1369745"/>
            <a:ext cx="1467055" cy="122889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6039464-B2CC-4C0C-BE33-9258F932FAF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11838" y="711200"/>
            <a:ext cx="3707266" cy="117511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E319239-D1D6-4C9B-AF68-0F92217B3C4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52120" y="2372376"/>
            <a:ext cx="2736304" cy="117511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C1C3B32-01D4-4D40-87FF-9412F98CDF2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86019" y="1700649"/>
            <a:ext cx="457240" cy="58069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D9DC3D83-AB8A-4B53-8227-34E80C5D7D0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44658" y="1888096"/>
            <a:ext cx="480101" cy="260627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66D4234-F474-40AE-8C3D-3FE1797A261F}"/>
              </a:ext>
            </a:extLst>
          </p:cNvPr>
          <p:cNvSpPr txBox="1"/>
          <p:nvPr/>
        </p:nvSpPr>
        <p:spPr>
          <a:xfrm>
            <a:off x="353181" y="2372376"/>
            <a:ext cx="2190078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altLang="en-US" dirty="0">
              <a:solidFill>
                <a:srgbClr val="000000"/>
              </a:solidFill>
              <a:latin typeface="+mn-lt"/>
              <a:ea typeface="+mn-ea"/>
            </a:endParaRPr>
          </a:p>
          <a:p>
            <a:r>
              <a:rPr lang="en-US" altLang="en-US" sz="1200" dirty="0">
                <a:solidFill>
                  <a:srgbClr val="000000"/>
                </a:solidFill>
                <a:latin typeface="+mn-lt"/>
                <a:ea typeface="+mn-ea"/>
              </a:rPr>
              <a:t>     Base fuel/fluid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D81ED82-8FDF-4350-9651-3517D40B67BC}"/>
              </a:ext>
            </a:extLst>
          </p:cNvPr>
          <p:cNvSpPr txBox="1"/>
          <p:nvPr/>
        </p:nvSpPr>
        <p:spPr>
          <a:xfrm>
            <a:off x="2771430" y="2726386"/>
            <a:ext cx="201327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en-US" sz="1200" dirty="0">
                <a:solidFill>
                  <a:srgbClr val="000000"/>
                </a:solidFill>
                <a:latin typeface="+mn-lt"/>
                <a:ea typeface="+mn-ea"/>
              </a:rPr>
              <a:t>          Additive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86105D3-F8C5-48EE-9CD2-EF8E4D6EF231}"/>
              </a:ext>
            </a:extLst>
          </p:cNvPr>
          <p:cNvSpPr txBox="1"/>
          <p:nvPr/>
        </p:nvSpPr>
        <p:spPr>
          <a:xfrm>
            <a:off x="5160774" y="3589995"/>
            <a:ext cx="337166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en-US" sz="1200" dirty="0">
                <a:solidFill>
                  <a:srgbClr val="000000"/>
                </a:solidFill>
                <a:latin typeface="+mn-lt"/>
                <a:ea typeface="+mn-ea"/>
              </a:rPr>
              <a:t>                           Shell Lubricant</a:t>
            </a:r>
            <a:endParaRPr lang="en-US" sz="12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8EFF551-D27F-489B-85DC-9DEEAA1C5EFE}"/>
              </a:ext>
            </a:extLst>
          </p:cNvPr>
          <p:cNvSpPr txBox="1"/>
          <p:nvPr/>
        </p:nvSpPr>
        <p:spPr>
          <a:xfrm rot="10800000" flipV="1">
            <a:off x="5311836" y="1947047"/>
            <a:ext cx="370726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en-US" sz="1200" dirty="0">
                <a:solidFill>
                  <a:srgbClr val="000000"/>
                </a:solidFill>
                <a:latin typeface="+mn-lt"/>
                <a:ea typeface="+mn-ea"/>
              </a:rPr>
              <a:t> </a:t>
            </a:r>
            <a:r>
              <a:rPr lang="en-US" altLang="en-US" sz="1200" dirty="0" err="1">
                <a:solidFill>
                  <a:srgbClr val="000000"/>
                </a:solidFill>
                <a:latin typeface="+mn-lt"/>
                <a:ea typeface="+mn-ea"/>
              </a:rPr>
              <a:t>Fuelsave</a:t>
            </a:r>
            <a:r>
              <a:rPr lang="en-US" altLang="en-US" sz="1200" dirty="0">
                <a:solidFill>
                  <a:srgbClr val="000000"/>
                </a:solidFill>
                <a:latin typeface="+mn-lt"/>
                <a:ea typeface="+mn-ea"/>
              </a:rPr>
              <a:t> Diesel     </a:t>
            </a:r>
            <a:r>
              <a:rPr lang="en-US" altLang="en-US" sz="1200" dirty="0" err="1">
                <a:solidFill>
                  <a:srgbClr val="FF0000"/>
                </a:solidFill>
                <a:latin typeface="+mn-lt"/>
                <a:ea typeface="+mn-ea"/>
              </a:rPr>
              <a:t>Fuelsave</a:t>
            </a:r>
            <a:r>
              <a:rPr lang="en-US" altLang="en-US" sz="1200" dirty="0">
                <a:solidFill>
                  <a:srgbClr val="FF0000"/>
                </a:solidFill>
                <a:latin typeface="+mn-lt"/>
                <a:ea typeface="+mn-ea"/>
              </a:rPr>
              <a:t> Unleaded            </a:t>
            </a:r>
            <a:r>
              <a:rPr lang="en-US" altLang="en-US" sz="1200" dirty="0">
                <a:solidFill>
                  <a:srgbClr val="00B050"/>
                </a:solidFill>
                <a:latin typeface="+mn-lt"/>
                <a:ea typeface="+mn-ea"/>
              </a:rPr>
              <a:t>V-Power</a:t>
            </a:r>
            <a:endParaRPr lang="en-US" sz="1200" dirty="0">
              <a:solidFill>
                <a:srgbClr val="00B050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19B2FBF-1EEB-4C2D-AE97-A334C9D487A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1560" y="3467642"/>
            <a:ext cx="1152128" cy="109046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5ED882E-FA07-498D-8F71-2B05CE7A5F4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79007" y="3382990"/>
            <a:ext cx="1152127" cy="1175114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A867A61B-A16A-4BFD-BA6A-9CEAB0E07B9D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170260" y="3382990"/>
            <a:ext cx="1228896" cy="11751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07617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9E778CAE-FB73-415B-A6ED-F9A6A3C33C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RECOMMENDATION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C87A710-5697-46E0-86BC-2FD10CA5A948}"/>
              </a:ext>
            </a:extLst>
          </p:cNvPr>
          <p:cNvSpPr txBox="1"/>
          <p:nvPr/>
        </p:nvSpPr>
        <p:spPr>
          <a:xfrm>
            <a:off x="228600" y="915566"/>
            <a:ext cx="3551312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noProof="1">
                <a:solidFill>
                  <a:srgbClr val="4D4D4F"/>
                </a:solidFill>
                <a:latin typeface="+mn-lt"/>
              </a:rPr>
              <a:t>Liasing with the Legal department to draft a new format of contract for the CODO Retailers.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noProof="1">
                <a:solidFill>
                  <a:srgbClr val="4D4D4F"/>
                </a:solidFill>
                <a:latin typeface="+mn-lt"/>
              </a:rPr>
              <a:t>Providing a tolerance level during Credit Vetting for Retailers with a valid financial security but with an uncompleted Contract.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800" noProof="1">
                <a:solidFill>
                  <a:srgbClr val="4D4D4F"/>
                </a:solidFill>
                <a:latin typeface="+mn-lt"/>
              </a:rPr>
              <a:t>Increasing the </a:t>
            </a:r>
            <a:r>
              <a:rPr lang="en-US" noProof="1">
                <a:solidFill>
                  <a:srgbClr val="4D4D4F"/>
                </a:solidFill>
                <a:latin typeface="+mn-lt"/>
              </a:rPr>
              <a:t>number of Banks where customers can get Shell cards instantly.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800" noProof="1">
                <a:solidFill>
                  <a:srgbClr val="FF0000"/>
                </a:solidFill>
                <a:latin typeface="+mn-lt"/>
              </a:rPr>
              <a:t>Increasing the Credit days to about 10 days maximum.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47A2E8E-E49F-476B-9D3D-67F140AC6A0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76056" y="1029724"/>
            <a:ext cx="3155925" cy="15420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62197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7FD0D54-40C9-4067-8947-1A6C93A735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</p:spTree>
    <p:extLst>
      <p:ext uri="{BB962C8B-B14F-4D97-AF65-F5344CB8AC3E}">
        <p14:creationId xmlns:p14="http://schemas.microsoft.com/office/powerpoint/2010/main" val="19819998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995686"/>
            <a:ext cx="8229600" cy="857250"/>
          </a:xfrm>
        </p:spPr>
        <p:txBody>
          <a:bodyPr/>
          <a:lstStyle/>
          <a:p>
            <a:pPr algn="ctr"/>
            <a:r>
              <a:rPr lang="en-US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349072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11">
      <a:dk1>
        <a:srgbClr val="72B432"/>
      </a:dk1>
      <a:lt1>
        <a:sysClr val="window" lastClr="FFFFFF"/>
      </a:lt1>
      <a:dk2>
        <a:srgbClr val="72B432"/>
      </a:dk2>
      <a:lt2>
        <a:srgbClr val="FFFFFF"/>
      </a:lt2>
      <a:accent1>
        <a:srgbClr val="73B632"/>
      </a:accent1>
      <a:accent2>
        <a:srgbClr val="ABD25E"/>
      </a:accent2>
      <a:accent3>
        <a:srgbClr val="27AAE1"/>
      </a:accent3>
      <a:accent4>
        <a:srgbClr val="CD0920"/>
      </a:accent4>
      <a:accent5>
        <a:srgbClr val="6D6E71"/>
      </a:accent5>
      <a:accent6>
        <a:srgbClr val="4D4D4F"/>
      </a:accent6>
      <a:hlink>
        <a:srgbClr val="FFFFFF"/>
      </a:hlink>
      <a:folHlink>
        <a:srgbClr val="FFFFFF"/>
      </a:folHlink>
    </a:clrScheme>
    <a:fontScheme name="Solstice">
      <a:majorFont>
        <a:latin typeface="Gill Sans MT"/>
        <a:ea typeface=""/>
        <a:cs typeface=""/>
        <a:font script="Grek" typeface="Corbel"/>
        <a:font script="Cyrl" typeface="Corbel"/>
        <a:font script="Jpan" typeface="ＭＳ ゴシック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ＭＳ ゴシック"/>
        <a:font script="Hang" typeface="HY엽서L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ivoEnergy_DataCompliance_PPT(16.9)_100517" id="{9FD13BEC-F51B-4460-9FF0-092C8600BB2C}" vid="{A89DFEC4-4A5A-418A-8B0B-D108D554D190}"/>
    </a:ext>
  </a:extLst>
</a:theme>
</file>

<file path=ppt/theme/theme2.xml><?xml version="1.0" encoding="utf-8"?>
<a:theme xmlns:a="http://schemas.openxmlformats.org/drawingml/2006/main" name="1_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VivoEnergy_DataCompliance_PPT(16.9)_100517" id="{9FD13BEC-F51B-4460-9FF0-092C8600BB2C}" vid="{0F0B8860-0863-4CFC-9349-D842871B78C0}"/>
    </a:ext>
  </a:extLst>
</a:theme>
</file>

<file path=ppt/theme/theme3.xml><?xml version="1.0" encoding="utf-8"?>
<a:theme xmlns:a="http://schemas.openxmlformats.org/drawingml/2006/main" name="4_Office Theme">
  <a:themeElements>
    <a:clrScheme name="Custom 11">
      <a:dk1>
        <a:srgbClr val="72B432"/>
      </a:dk1>
      <a:lt1>
        <a:sysClr val="window" lastClr="FFFFFF"/>
      </a:lt1>
      <a:dk2>
        <a:srgbClr val="72B432"/>
      </a:dk2>
      <a:lt2>
        <a:srgbClr val="FFFFFF"/>
      </a:lt2>
      <a:accent1>
        <a:srgbClr val="73B632"/>
      </a:accent1>
      <a:accent2>
        <a:srgbClr val="ABD25E"/>
      </a:accent2>
      <a:accent3>
        <a:srgbClr val="27AAE1"/>
      </a:accent3>
      <a:accent4>
        <a:srgbClr val="CD0920"/>
      </a:accent4>
      <a:accent5>
        <a:srgbClr val="6D6E71"/>
      </a:accent5>
      <a:accent6>
        <a:srgbClr val="4D4D4F"/>
      </a:accent6>
      <a:hlink>
        <a:srgbClr val="FFFFFF"/>
      </a:hlink>
      <a:folHlink>
        <a:srgbClr val="FFFFFF"/>
      </a:folHlink>
    </a:clrScheme>
    <a:fontScheme name="Solstice">
      <a:majorFont>
        <a:latin typeface="Gill Sans MT"/>
        <a:ea typeface=""/>
        <a:cs typeface=""/>
        <a:font script="Grek" typeface="Corbel"/>
        <a:font script="Cyrl" typeface="Corbel"/>
        <a:font script="Jpan" typeface="ＭＳ ゴシック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ＭＳ ゴシック"/>
        <a:font script="Hang" typeface="HY엽서L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ivoEnergy_PPT [Read-Only]" id="{FA699367-5FB4-42B9-B85B-387DC3CFD396}" vid="{BA93D25B-6841-4C0E-ABE5-3D8BDB23E937}"/>
    </a:ext>
  </a:extLst>
</a:theme>
</file>

<file path=ppt/theme/theme4.xml><?xml version="1.0" encoding="utf-8"?>
<a:theme xmlns:a="http://schemas.openxmlformats.org/drawingml/2006/main" name="1_Office Theme">
  <a:themeElements>
    <a:clrScheme name="Custom 11">
      <a:dk1>
        <a:srgbClr val="72B432"/>
      </a:dk1>
      <a:lt1>
        <a:sysClr val="window" lastClr="FFFFFF"/>
      </a:lt1>
      <a:dk2>
        <a:srgbClr val="72B432"/>
      </a:dk2>
      <a:lt2>
        <a:srgbClr val="FFFFFF"/>
      </a:lt2>
      <a:accent1>
        <a:srgbClr val="73B632"/>
      </a:accent1>
      <a:accent2>
        <a:srgbClr val="ABD25E"/>
      </a:accent2>
      <a:accent3>
        <a:srgbClr val="27AAE1"/>
      </a:accent3>
      <a:accent4>
        <a:srgbClr val="CD0920"/>
      </a:accent4>
      <a:accent5>
        <a:srgbClr val="6D6E71"/>
      </a:accent5>
      <a:accent6>
        <a:srgbClr val="4D4D4F"/>
      </a:accent6>
      <a:hlink>
        <a:srgbClr val="FFFFFF"/>
      </a:hlink>
      <a:folHlink>
        <a:srgbClr val="FFFFFF"/>
      </a:folHlink>
    </a:clrScheme>
    <a:fontScheme name="Solstice">
      <a:majorFont>
        <a:latin typeface="Gill Sans MT"/>
        <a:ea typeface=""/>
        <a:cs typeface=""/>
        <a:font script="Grek" typeface="Corbel"/>
        <a:font script="Cyrl" typeface="Corbel"/>
        <a:font script="Jpan" typeface="ＭＳ ゴシック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ＭＳ ゴシック"/>
        <a:font script="Hang" typeface="HY엽서L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ivoEnergy_DataCompliance_PPT(16.9)_100517" id="{9FD13BEC-F51B-4460-9FF0-092C8600BB2C}" vid="{A89DFEC4-4A5A-418A-8B0B-D108D554D190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dlc_DocId xmlns="5b67f6a0-1122-4d29-8f26-14dc97be5ebf">VNET-1434601330-36</_dlc_DocId>
    <_dlc_DocIdUrl xmlns="5b67f6a0-1122-4d29-8f26-14dc97be5ebf">
      <Url>http://vnet.vivoenergy.local/aboutvivoenergy/_layouts/15/DocIdRedir.aspx?ID=VNET-1434601330-36</Url>
      <Description>VNET-1434601330-36</Description>
    </_dlc_DocIdUrl>
  </documentManagement>
</p:properties>
</file>

<file path=customXml/item2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Url/>
    <Assembly>Microsoft.Office.DocumentManagement, Version=15.0.0.0,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Url/>
    <Assembly>Microsoft.Office.DocumentManagement, Version=15.0.0.0,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Url/>
    <Assembly>Microsoft.Office.DocumentManagement, Version=15.0.0.0,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Url/>
    <Assembly>Microsoft.Office.DocumentManagement, Version=15.0.0.0, Culture=neutral, PublicKeyToken=71e9bce111e9429c</Assembly>
    <Class>Microsoft.Office.DocumentManagement.Internal.DocIdHandler</Class>
    <Data/>
    <Filter/>
  </Receiver>
</spe:Receiver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7B9543774B58F4DA6A1A51382FE2A1C" ma:contentTypeVersion="2" ma:contentTypeDescription="Create a new document." ma:contentTypeScope="" ma:versionID="d5d33e0a353e0d530d7d537f055fc657">
  <xsd:schema xmlns:xsd="http://www.w3.org/2001/XMLSchema" xmlns:xs="http://www.w3.org/2001/XMLSchema" xmlns:p="http://schemas.microsoft.com/office/2006/metadata/properties" xmlns:ns2="5b67f6a0-1122-4d29-8f26-14dc97be5ebf" targetNamespace="http://schemas.microsoft.com/office/2006/metadata/properties" ma:root="true" ma:fieldsID="d33d19ca7b30f55700fc6548b627fa00" ns2:_="">
    <xsd:import namespace="5b67f6a0-1122-4d29-8f26-14dc97be5ebf"/>
    <xsd:element name="properties">
      <xsd:complexType>
        <xsd:sequence>
          <xsd:element name="documentManagement">
            <xsd:complexType>
              <xsd:all>
                <xsd:element ref="ns2:_dlc_DocId" minOccurs="0"/>
                <xsd:element ref="ns2:_dlc_DocIdUrl" minOccurs="0"/>
                <xsd:element ref="ns2:_dlc_DocIdPersistId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b67f6a0-1122-4d29-8f26-14dc97be5ebf" elementFormDefault="qualified">
    <xsd:import namespace="http://schemas.microsoft.com/office/2006/documentManagement/types"/>
    <xsd:import namespace="http://schemas.microsoft.com/office/infopath/2007/PartnerControls"/>
    <xsd:element name="_dlc_DocId" ma:index="8" nillable="true" ma:displayName="Document ID Value" ma:description="The value of the document ID assigned to this item." ma:internalName="_dlc_DocId" ma:readOnly="true">
      <xsd:simpleType>
        <xsd:restriction base="dms:Text"/>
      </xsd:simpleType>
    </xsd:element>
    <xsd:element name="_dlc_DocIdUrl" ma:index="9" nillable="true" ma:displayName="Document ID" ma:description="Permanent link to this document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10" nillable="true" ma:displayName="Persist ID" ma:description="Keep ID on add." ma:hidden="true" ma:internalName="_dlc_DocIdPersistId" ma:readOnly="true">
      <xsd:simpleType>
        <xsd:restriction base="dms:Boolea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4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14AE2B15-E208-4E93-83A8-BFD8A16EEC2D}">
  <ds:schemaRefs>
    <ds:schemaRef ds:uri="http://schemas.microsoft.com/office/2006/documentManagement/types"/>
    <ds:schemaRef ds:uri="http://purl.org/dc/terms/"/>
    <ds:schemaRef ds:uri="5b67f6a0-1122-4d29-8f26-14dc97be5ebf"/>
    <ds:schemaRef ds:uri="http://purl.org/dc/dcmitype/"/>
    <ds:schemaRef ds:uri="http://schemas.microsoft.com/office/infopath/2007/PartnerControls"/>
    <ds:schemaRef ds:uri="http://purl.org/dc/elements/1.1/"/>
    <ds:schemaRef ds:uri="http://schemas.microsoft.com/office/2006/metadata/propertie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A788EAAE-B186-4E38-9D7C-5146518A584D}">
  <ds:schemaRefs>
    <ds:schemaRef ds:uri="http://schemas.microsoft.com/sharepoint/events"/>
  </ds:schemaRefs>
</ds:datastoreItem>
</file>

<file path=customXml/itemProps3.xml><?xml version="1.0" encoding="utf-8"?>
<ds:datastoreItem xmlns:ds="http://schemas.openxmlformats.org/officeDocument/2006/customXml" ds:itemID="{A7C91609-3CB3-48D0-9900-807CF57F627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b67f6a0-1122-4d29-8f26-14dc97be5eb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4.xml><?xml version="1.0" encoding="utf-8"?>
<ds:datastoreItem xmlns:ds="http://schemas.openxmlformats.org/officeDocument/2006/customXml" ds:itemID="{4529F9DA-6BB9-4D18-9C21-4B818236ED5B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VE_PPT_Template</Template>
  <TotalTime>1452</TotalTime>
  <Words>722</Words>
  <Application>Microsoft Office PowerPoint</Application>
  <PresentationFormat>On-screen Show (16:9)</PresentationFormat>
  <Paragraphs>128</Paragraphs>
  <Slides>11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11</vt:i4>
      </vt:variant>
    </vt:vector>
  </HeadingPairs>
  <TitlesOfParts>
    <vt:vector size="26" baseType="lpstr">
      <vt:lpstr>Arial</vt:lpstr>
      <vt:lpstr>Bebas Neue</vt:lpstr>
      <vt:lpstr>Calibri</vt:lpstr>
      <vt:lpstr>Gill Sans</vt:lpstr>
      <vt:lpstr>Gill Sans Light</vt:lpstr>
      <vt:lpstr>Gill Sans MT</vt:lpstr>
      <vt:lpstr>Gill Sans MT (Headings)</vt:lpstr>
      <vt:lpstr>Gill Sans SemiBold</vt:lpstr>
      <vt:lpstr>Lato Light</vt:lpstr>
      <vt:lpstr>Times New Roman</vt:lpstr>
      <vt:lpstr>Wingdings</vt:lpstr>
      <vt:lpstr>Office Theme</vt:lpstr>
      <vt:lpstr>1_Custom Design</vt:lpstr>
      <vt:lpstr>4_Office Theme</vt:lpstr>
      <vt:lpstr>1_Office Theme</vt:lpstr>
      <vt:lpstr>MID-YEAR PRESENTATION by</vt:lpstr>
      <vt:lpstr>PRESENTATION OUTLINE </vt:lpstr>
      <vt:lpstr>COMPANY PROFILE</vt:lpstr>
      <vt:lpstr>HOW VEGH OPERATES</vt:lpstr>
      <vt:lpstr>HOW VEGH OPERATES</vt:lpstr>
      <vt:lpstr>ON SITE OPERATIONS</vt:lpstr>
      <vt:lpstr>ON SITE OPERATIONS</vt:lpstr>
      <vt:lpstr>SHELL PRODUCTS</vt:lpstr>
      <vt:lpstr>RECOMMENDATION</vt:lpstr>
      <vt:lpstr>CONCLUSION</vt:lpstr>
      <vt:lpstr>THANK YOU</vt:lpstr>
    </vt:vector>
  </TitlesOfParts>
  <Company>Vivo Energy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MD’S MONTHLY (FEBRUARY 2018) MEETING WITH S&amp;D</dc:title>
  <dc:creator>Blankson, Isaac</dc:creator>
  <cp:lastModifiedBy>KWADWO KARIKARI DUKU</cp:lastModifiedBy>
  <cp:revision>40</cp:revision>
  <cp:lastPrinted>2016-06-22T08:32:39Z</cp:lastPrinted>
  <dcterms:created xsi:type="dcterms:W3CDTF">2018-02-27T15:03:53Z</dcterms:created>
  <dcterms:modified xsi:type="dcterms:W3CDTF">2024-07-09T13:48:27Z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0x010100F7B9543774B58F4DA6A1A51382FE2A1C</vt:lpwstr>
  </property>
  <property fmtid="{D5CDD505-2E9C-101B-9397-08002B2CF9AE}" pid="3" name="_dlc_DocIdItemGuid">
    <vt:lpwstr>288fff0f-44d5-4a37-bcfa-7d74bc573abc</vt:lpwstr>
  </property>
</Properties>
</file>